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630" y="-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12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jpeg"/><Relationship Id="rId11" Type="http://schemas.openxmlformats.org/officeDocument/2006/relationships/image" Target="../media/image30.png"/><Relationship Id="rId5" Type="http://schemas.openxmlformats.org/officeDocument/2006/relationships/image" Target="../media/image24.jpe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13" Type="http://schemas.openxmlformats.org/officeDocument/2006/relationships/image" Target="../media/image43.jpeg"/><Relationship Id="rId3" Type="http://schemas.openxmlformats.org/officeDocument/2006/relationships/image" Target="../media/image33.png"/><Relationship Id="rId7" Type="http://schemas.openxmlformats.org/officeDocument/2006/relationships/image" Target="../media/image37.jpeg"/><Relationship Id="rId12" Type="http://schemas.openxmlformats.org/officeDocument/2006/relationships/image" Target="../media/image4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jpeg"/><Relationship Id="rId11" Type="http://schemas.openxmlformats.org/officeDocument/2006/relationships/image" Target="../media/image41.jpeg"/><Relationship Id="rId5" Type="http://schemas.openxmlformats.org/officeDocument/2006/relationships/image" Target="../media/image35.jpeg"/><Relationship Id="rId10" Type="http://schemas.openxmlformats.org/officeDocument/2006/relationships/image" Target="../media/image40.jpeg"/><Relationship Id="rId4" Type="http://schemas.openxmlformats.org/officeDocument/2006/relationships/image" Target="../media/image34.png"/><Relationship Id="rId9" Type="http://schemas.openxmlformats.org/officeDocument/2006/relationships/image" Target="../media/image39.jpeg"/><Relationship Id="rId14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30485" cy="11308715"/>
          </a:xfrm>
          <a:custGeom>
            <a:avLst/>
            <a:gdLst/>
            <a:ahLst/>
            <a:cxnLst/>
            <a:rect l="l" t="t" r="r" b="b"/>
            <a:pathLst>
              <a:path w="10230485" h="11308715">
                <a:moveTo>
                  <a:pt x="10230055" y="0"/>
                </a:moveTo>
                <a:lnTo>
                  <a:pt x="0" y="0"/>
                </a:lnTo>
                <a:lnTo>
                  <a:pt x="0" y="11308556"/>
                </a:lnTo>
                <a:lnTo>
                  <a:pt x="10230055" y="11308556"/>
                </a:lnTo>
                <a:lnTo>
                  <a:pt x="10230055" y="0"/>
                </a:lnTo>
                <a:close/>
              </a:path>
            </a:pathLst>
          </a:custGeom>
          <a:solidFill>
            <a:srgbClr val="0C11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2618" y="5"/>
            <a:ext cx="6482080" cy="11308715"/>
          </a:xfrm>
          <a:custGeom>
            <a:avLst/>
            <a:gdLst/>
            <a:ahLst/>
            <a:cxnLst/>
            <a:rect l="l" t="t" r="r" b="b"/>
            <a:pathLst>
              <a:path w="6482080" h="11308715">
                <a:moveTo>
                  <a:pt x="6481483" y="8209178"/>
                </a:moveTo>
                <a:lnTo>
                  <a:pt x="3141268" y="8209178"/>
                </a:lnTo>
                <a:lnTo>
                  <a:pt x="3141268" y="6052172"/>
                </a:lnTo>
                <a:lnTo>
                  <a:pt x="0" y="6052172"/>
                </a:lnTo>
                <a:lnTo>
                  <a:pt x="0" y="8397646"/>
                </a:lnTo>
                <a:lnTo>
                  <a:pt x="3141268" y="8397646"/>
                </a:lnTo>
                <a:lnTo>
                  <a:pt x="3141268" y="11308550"/>
                </a:lnTo>
                <a:lnTo>
                  <a:pt x="6481483" y="11308550"/>
                </a:lnTo>
                <a:lnTo>
                  <a:pt x="6481483" y="8209178"/>
                </a:lnTo>
                <a:close/>
              </a:path>
              <a:path w="6482080" h="11308715">
                <a:moveTo>
                  <a:pt x="6481483" y="3706698"/>
                </a:moveTo>
                <a:lnTo>
                  <a:pt x="3141268" y="3706698"/>
                </a:lnTo>
                <a:lnTo>
                  <a:pt x="3141268" y="6052172"/>
                </a:lnTo>
                <a:lnTo>
                  <a:pt x="6481483" y="6052172"/>
                </a:lnTo>
                <a:lnTo>
                  <a:pt x="6481483" y="3706698"/>
                </a:lnTo>
                <a:close/>
              </a:path>
              <a:path w="6482080" h="11308715">
                <a:moveTo>
                  <a:pt x="6481483" y="0"/>
                </a:moveTo>
                <a:lnTo>
                  <a:pt x="3141268" y="0"/>
                </a:lnTo>
                <a:lnTo>
                  <a:pt x="3141268" y="1361211"/>
                </a:lnTo>
                <a:lnTo>
                  <a:pt x="0" y="1361211"/>
                </a:lnTo>
                <a:lnTo>
                  <a:pt x="0" y="3706698"/>
                </a:lnTo>
                <a:lnTo>
                  <a:pt x="3141268" y="3706698"/>
                </a:lnTo>
                <a:lnTo>
                  <a:pt x="3141268" y="3036557"/>
                </a:lnTo>
                <a:lnTo>
                  <a:pt x="6481483" y="3036557"/>
                </a:lnTo>
                <a:lnTo>
                  <a:pt x="6481483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1825" y="3539000"/>
            <a:ext cx="6692900" cy="586740"/>
          </a:xfrm>
          <a:custGeom>
            <a:avLst/>
            <a:gdLst/>
            <a:ahLst/>
            <a:cxnLst/>
            <a:rect l="l" t="t" r="r" b="b"/>
            <a:pathLst>
              <a:path w="6692900" h="586739">
                <a:moveTo>
                  <a:pt x="300629" y="104707"/>
                </a:moveTo>
                <a:lnTo>
                  <a:pt x="181195" y="104707"/>
                </a:lnTo>
                <a:lnTo>
                  <a:pt x="181195" y="564036"/>
                </a:lnTo>
                <a:lnTo>
                  <a:pt x="182473" y="573878"/>
                </a:lnTo>
                <a:lnTo>
                  <a:pt x="186308" y="580908"/>
                </a:lnTo>
                <a:lnTo>
                  <a:pt x="192699" y="585126"/>
                </a:lnTo>
                <a:lnTo>
                  <a:pt x="201645" y="586532"/>
                </a:lnTo>
                <a:lnTo>
                  <a:pt x="280177" y="586532"/>
                </a:lnTo>
                <a:lnTo>
                  <a:pt x="289125" y="585126"/>
                </a:lnTo>
                <a:lnTo>
                  <a:pt x="295516" y="580908"/>
                </a:lnTo>
                <a:lnTo>
                  <a:pt x="299350" y="573878"/>
                </a:lnTo>
                <a:lnTo>
                  <a:pt x="300629" y="564036"/>
                </a:lnTo>
                <a:lnTo>
                  <a:pt x="300629" y="104707"/>
                </a:lnTo>
                <a:close/>
              </a:path>
              <a:path w="6692900" h="586739">
                <a:moveTo>
                  <a:pt x="451148" y="0"/>
                </a:moveTo>
                <a:lnTo>
                  <a:pt x="30676" y="0"/>
                </a:lnTo>
                <a:lnTo>
                  <a:pt x="17255" y="1661"/>
                </a:lnTo>
                <a:lnTo>
                  <a:pt x="7669" y="6646"/>
                </a:lnTo>
                <a:lnTo>
                  <a:pt x="1917" y="14954"/>
                </a:lnTo>
                <a:lnTo>
                  <a:pt x="0" y="26585"/>
                </a:lnTo>
                <a:lnTo>
                  <a:pt x="0" y="78122"/>
                </a:lnTo>
                <a:lnTo>
                  <a:pt x="1917" y="89753"/>
                </a:lnTo>
                <a:lnTo>
                  <a:pt x="7669" y="98061"/>
                </a:lnTo>
                <a:lnTo>
                  <a:pt x="17255" y="103046"/>
                </a:lnTo>
                <a:lnTo>
                  <a:pt x="30676" y="104707"/>
                </a:lnTo>
                <a:lnTo>
                  <a:pt x="451148" y="104707"/>
                </a:lnTo>
                <a:lnTo>
                  <a:pt x="464568" y="103046"/>
                </a:lnTo>
                <a:lnTo>
                  <a:pt x="474155" y="98061"/>
                </a:lnTo>
                <a:lnTo>
                  <a:pt x="479906" y="89753"/>
                </a:lnTo>
                <a:lnTo>
                  <a:pt x="481823" y="78122"/>
                </a:lnTo>
                <a:lnTo>
                  <a:pt x="481823" y="26585"/>
                </a:lnTo>
                <a:lnTo>
                  <a:pt x="479906" y="14954"/>
                </a:lnTo>
                <a:lnTo>
                  <a:pt x="474155" y="6646"/>
                </a:lnTo>
                <a:lnTo>
                  <a:pt x="464568" y="1661"/>
                </a:lnTo>
                <a:lnTo>
                  <a:pt x="451148" y="0"/>
                </a:lnTo>
                <a:close/>
              </a:path>
              <a:path w="6692900" h="586739">
                <a:moveTo>
                  <a:pt x="940743" y="0"/>
                </a:moveTo>
                <a:lnTo>
                  <a:pt x="589804" y="0"/>
                </a:lnTo>
                <a:lnTo>
                  <a:pt x="577278" y="1917"/>
                </a:lnTo>
                <a:lnTo>
                  <a:pt x="568331" y="7668"/>
                </a:lnTo>
                <a:lnTo>
                  <a:pt x="562963" y="17254"/>
                </a:lnTo>
                <a:lnTo>
                  <a:pt x="561174" y="30675"/>
                </a:lnTo>
                <a:lnTo>
                  <a:pt x="561174" y="555856"/>
                </a:lnTo>
                <a:lnTo>
                  <a:pt x="562963" y="569277"/>
                </a:lnTo>
                <a:lnTo>
                  <a:pt x="568331" y="578863"/>
                </a:lnTo>
                <a:lnTo>
                  <a:pt x="577278" y="584615"/>
                </a:lnTo>
                <a:lnTo>
                  <a:pt x="589804" y="586532"/>
                </a:lnTo>
                <a:lnTo>
                  <a:pt x="953832" y="586532"/>
                </a:lnTo>
                <a:lnTo>
                  <a:pt x="967253" y="584871"/>
                </a:lnTo>
                <a:lnTo>
                  <a:pt x="976839" y="579886"/>
                </a:lnTo>
                <a:lnTo>
                  <a:pt x="982591" y="571577"/>
                </a:lnTo>
                <a:lnTo>
                  <a:pt x="984508" y="559946"/>
                </a:lnTo>
                <a:lnTo>
                  <a:pt x="984508" y="511681"/>
                </a:lnTo>
                <a:lnTo>
                  <a:pt x="953832" y="485096"/>
                </a:lnTo>
                <a:lnTo>
                  <a:pt x="680607" y="485096"/>
                </a:lnTo>
                <a:lnTo>
                  <a:pt x="680607" y="332940"/>
                </a:lnTo>
                <a:lnTo>
                  <a:pt x="919065" y="332940"/>
                </a:lnTo>
                <a:lnTo>
                  <a:pt x="932486" y="331279"/>
                </a:lnTo>
                <a:lnTo>
                  <a:pt x="942073" y="326294"/>
                </a:lnTo>
                <a:lnTo>
                  <a:pt x="947825" y="317986"/>
                </a:lnTo>
                <a:lnTo>
                  <a:pt x="949742" y="306354"/>
                </a:lnTo>
                <a:lnTo>
                  <a:pt x="949742" y="258090"/>
                </a:lnTo>
                <a:lnTo>
                  <a:pt x="947825" y="246458"/>
                </a:lnTo>
                <a:lnTo>
                  <a:pt x="942073" y="238150"/>
                </a:lnTo>
                <a:lnTo>
                  <a:pt x="932486" y="233165"/>
                </a:lnTo>
                <a:lnTo>
                  <a:pt x="919065" y="231504"/>
                </a:lnTo>
                <a:lnTo>
                  <a:pt x="680607" y="231504"/>
                </a:lnTo>
                <a:lnTo>
                  <a:pt x="680607" y="101436"/>
                </a:lnTo>
                <a:lnTo>
                  <a:pt x="940743" y="101436"/>
                </a:lnTo>
                <a:lnTo>
                  <a:pt x="954164" y="99774"/>
                </a:lnTo>
                <a:lnTo>
                  <a:pt x="963751" y="94789"/>
                </a:lnTo>
                <a:lnTo>
                  <a:pt x="969503" y="86481"/>
                </a:lnTo>
                <a:lnTo>
                  <a:pt x="971420" y="74850"/>
                </a:lnTo>
                <a:lnTo>
                  <a:pt x="971420" y="26585"/>
                </a:lnTo>
                <a:lnTo>
                  <a:pt x="969503" y="14954"/>
                </a:lnTo>
                <a:lnTo>
                  <a:pt x="963751" y="6646"/>
                </a:lnTo>
                <a:lnTo>
                  <a:pt x="954164" y="1661"/>
                </a:lnTo>
                <a:lnTo>
                  <a:pt x="940743" y="0"/>
                </a:lnTo>
                <a:close/>
              </a:path>
              <a:path w="6692900" h="586739">
                <a:moveTo>
                  <a:pt x="1343214" y="0"/>
                </a:moveTo>
                <a:lnTo>
                  <a:pt x="1285959" y="0"/>
                </a:lnTo>
                <a:lnTo>
                  <a:pt x="1273891" y="2070"/>
                </a:lnTo>
                <a:lnTo>
                  <a:pt x="1247510" y="33129"/>
                </a:lnTo>
                <a:lnTo>
                  <a:pt x="1047087" y="559536"/>
                </a:lnTo>
                <a:lnTo>
                  <a:pt x="1044454" y="571347"/>
                </a:lnTo>
                <a:lnTo>
                  <a:pt x="1046780" y="579783"/>
                </a:lnTo>
                <a:lnTo>
                  <a:pt x="1054066" y="584845"/>
                </a:lnTo>
                <a:lnTo>
                  <a:pt x="1066311" y="586532"/>
                </a:lnTo>
                <a:lnTo>
                  <a:pt x="1131346" y="586532"/>
                </a:lnTo>
                <a:lnTo>
                  <a:pt x="1168978" y="558310"/>
                </a:lnTo>
                <a:lnTo>
                  <a:pt x="1210694" y="448283"/>
                </a:lnTo>
                <a:lnTo>
                  <a:pt x="1539728" y="448283"/>
                </a:lnTo>
                <a:lnTo>
                  <a:pt x="1501107" y="346847"/>
                </a:lnTo>
                <a:lnTo>
                  <a:pt x="1248735" y="346847"/>
                </a:lnTo>
                <a:lnTo>
                  <a:pt x="1299048" y="216779"/>
                </a:lnTo>
                <a:lnTo>
                  <a:pt x="1310698" y="177717"/>
                </a:lnTo>
                <a:lnTo>
                  <a:pt x="1313770" y="152563"/>
                </a:lnTo>
                <a:lnTo>
                  <a:pt x="1427136" y="152563"/>
                </a:lnTo>
                <a:lnTo>
                  <a:pt x="1381663" y="33129"/>
                </a:lnTo>
                <a:lnTo>
                  <a:pt x="1374507" y="18635"/>
                </a:lnTo>
                <a:lnTo>
                  <a:pt x="1365713" y="8282"/>
                </a:lnTo>
                <a:lnTo>
                  <a:pt x="1355282" y="2070"/>
                </a:lnTo>
                <a:lnTo>
                  <a:pt x="1343214" y="0"/>
                </a:lnTo>
                <a:close/>
              </a:path>
              <a:path w="6692900" h="586739">
                <a:moveTo>
                  <a:pt x="1539728" y="448283"/>
                </a:moveTo>
                <a:lnTo>
                  <a:pt x="1418479" y="448283"/>
                </a:lnTo>
                <a:lnTo>
                  <a:pt x="1460195" y="558310"/>
                </a:lnTo>
                <a:lnTo>
                  <a:pt x="1466534" y="570657"/>
                </a:lnTo>
                <a:lnTo>
                  <a:pt x="1474919" y="579477"/>
                </a:lnTo>
                <a:lnTo>
                  <a:pt x="1485350" y="584768"/>
                </a:lnTo>
                <a:lnTo>
                  <a:pt x="1497827" y="586532"/>
                </a:lnTo>
                <a:lnTo>
                  <a:pt x="1562862" y="586532"/>
                </a:lnTo>
                <a:lnTo>
                  <a:pt x="1575107" y="584845"/>
                </a:lnTo>
                <a:lnTo>
                  <a:pt x="1582392" y="579783"/>
                </a:lnTo>
                <a:lnTo>
                  <a:pt x="1584719" y="571347"/>
                </a:lnTo>
                <a:lnTo>
                  <a:pt x="1582086" y="559536"/>
                </a:lnTo>
                <a:lnTo>
                  <a:pt x="1539728" y="448283"/>
                </a:lnTo>
                <a:close/>
              </a:path>
              <a:path w="6692900" h="586739">
                <a:moveTo>
                  <a:pt x="1427136" y="152563"/>
                </a:moveTo>
                <a:lnTo>
                  <a:pt x="1315403" y="152563"/>
                </a:lnTo>
                <a:lnTo>
                  <a:pt x="1316400" y="162175"/>
                </a:lnTo>
                <a:lnTo>
                  <a:pt x="1326061" y="206119"/>
                </a:lnTo>
                <a:lnTo>
                  <a:pt x="1380438" y="346847"/>
                </a:lnTo>
                <a:lnTo>
                  <a:pt x="1501107" y="346847"/>
                </a:lnTo>
                <a:lnTo>
                  <a:pt x="1427136" y="152563"/>
                </a:lnTo>
                <a:close/>
              </a:path>
              <a:path w="6692900" h="586739">
                <a:moveTo>
                  <a:pt x="1802132" y="0"/>
                </a:moveTo>
                <a:lnTo>
                  <a:pt x="1683518" y="0"/>
                </a:lnTo>
                <a:lnTo>
                  <a:pt x="1670992" y="1917"/>
                </a:lnTo>
                <a:lnTo>
                  <a:pt x="1662046" y="7668"/>
                </a:lnTo>
                <a:lnTo>
                  <a:pt x="1656679" y="17254"/>
                </a:lnTo>
                <a:lnTo>
                  <a:pt x="1654890" y="30675"/>
                </a:lnTo>
                <a:lnTo>
                  <a:pt x="1654890" y="555856"/>
                </a:lnTo>
                <a:lnTo>
                  <a:pt x="1656679" y="569277"/>
                </a:lnTo>
                <a:lnTo>
                  <a:pt x="1662046" y="578863"/>
                </a:lnTo>
                <a:lnTo>
                  <a:pt x="1670992" y="584615"/>
                </a:lnTo>
                <a:lnTo>
                  <a:pt x="1683518" y="586532"/>
                </a:lnTo>
                <a:lnTo>
                  <a:pt x="1745694" y="586532"/>
                </a:lnTo>
                <a:lnTo>
                  <a:pt x="1774321" y="555856"/>
                </a:lnTo>
                <a:lnTo>
                  <a:pt x="1774321" y="218006"/>
                </a:lnTo>
                <a:lnTo>
                  <a:pt x="1772279" y="168924"/>
                </a:lnTo>
                <a:lnTo>
                  <a:pt x="1878177" y="168924"/>
                </a:lnTo>
                <a:lnTo>
                  <a:pt x="1836089" y="32721"/>
                </a:lnTo>
                <a:lnTo>
                  <a:pt x="1830132" y="18405"/>
                </a:lnTo>
                <a:lnTo>
                  <a:pt x="1822487" y="8180"/>
                </a:lnTo>
                <a:lnTo>
                  <a:pt x="1813154" y="2044"/>
                </a:lnTo>
                <a:lnTo>
                  <a:pt x="1802132" y="0"/>
                </a:lnTo>
                <a:close/>
              </a:path>
              <a:path w="6692900" h="586739">
                <a:moveTo>
                  <a:pt x="1878177" y="168924"/>
                </a:moveTo>
                <a:lnTo>
                  <a:pt x="1775138" y="168924"/>
                </a:lnTo>
                <a:lnTo>
                  <a:pt x="1893344" y="553401"/>
                </a:lnTo>
                <a:lnTo>
                  <a:pt x="1916968" y="584462"/>
                </a:lnTo>
                <a:lnTo>
                  <a:pt x="1928526" y="586532"/>
                </a:lnTo>
                <a:lnTo>
                  <a:pt x="1998052" y="586532"/>
                </a:lnTo>
                <a:lnTo>
                  <a:pt x="2033235" y="553401"/>
                </a:lnTo>
                <a:lnTo>
                  <a:pt x="2060397" y="465053"/>
                </a:lnTo>
                <a:lnTo>
                  <a:pt x="1962064" y="465053"/>
                </a:lnTo>
                <a:lnTo>
                  <a:pt x="1960990" y="455186"/>
                </a:lnTo>
                <a:lnTo>
                  <a:pt x="1953166" y="412699"/>
                </a:lnTo>
                <a:lnTo>
                  <a:pt x="1946934" y="391430"/>
                </a:lnTo>
                <a:lnTo>
                  <a:pt x="1878177" y="168924"/>
                </a:lnTo>
                <a:close/>
              </a:path>
              <a:path w="6692900" h="586739">
                <a:moveTo>
                  <a:pt x="2271688" y="168924"/>
                </a:moveTo>
                <a:lnTo>
                  <a:pt x="2154299" y="168924"/>
                </a:lnTo>
                <a:lnTo>
                  <a:pt x="2153406" y="181195"/>
                </a:lnTo>
                <a:lnTo>
                  <a:pt x="2152768" y="193465"/>
                </a:lnTo>
                <a:lnTo>
                  <a:pt x="2152385" y="205736"/>
                </a:lnTo>
                <a:lnTo>
                  <a:pt x="2152257" y="218006"/>
                </a:lnTo>
                <a:lnTo>
                  <a:pt x="2152257" y="555856"/>
                </a:lnTo>
                <a:lnTo>
                  <a:pt x="2154046" y="569277"/>
                </a:lnTo>
                <a:lnTo>
                  <a:pt x="2159413" y="578863"/>
                </a:lnTo>
                <a:lnTo>
                  <a:pt x="2168359" y="584615"/>
                </a:lnTo>
                <a:lnTo>
                  <a:pt x="2180885" y="586532"/>
                </a:lnTo>
                <a:lnTo>
                  <a:pt x="2243061" y="586532"/>
                </a:lnTo>
                <a:lnTo>
                  <a:pt x="2255587" y="584615"/>
                </a:lnTo>
                <a:lnTo>
                  <a:pt x="2264533" y="578863"/>
                </a:lnTo>
                <a:lnTo>
                  <a:pt x="2269899" y="569277"/>
                </a:lnTo>
                <a:lnTo>
                  <a:pt x="2271688" y="555856"/>
                </a:lnTo>
                <a:lnTo>
                  <a:pt x="2271688" y="168924"/>
                </a:lnTo>
                <a:close/>
              </a:path>
              <a:path w="6692900" h="586739">
                <a:moveTo>
                  <a:pt x="2243061" y="0"/>
                </a:moveTo>
                <a:lnTo>
                  <a:pt x="2124447" y="0"/>
                </a:lnTo>
                <a:lnTo>
                  <a:pt x="2113426" y="2044"/>
                </a:lnTo>
                <a:lnTo>
                  <a:pt x="2090500" y="32721"/>
                </a:lnTo>
                <a:lnTo>
                  <a:pt x="1979655" y="391430"/>
                </a:lnTo>
                <a:lnTo>
                  <a:pt x="1969425" y="429878"/>
                </a:lnTo>
                <a:lnTo>
                  <a:pt x="1964514" y="465053"/>
                </a:lnTo>
                <a:lnTo>
                  <a:pt x="2060397" y="465053"/>
                </a:lnTo>
                <a:lnTo>
                  <a:pt x="2151440" y="168924"/>
                </a:lnTo>
                <a:lnTo>
                  <a:pt x="2271688" y="168924"/>
                </a:lnTo>
                <a:lnTo>
                  <a:pt x="2271688" y="30675"/>
                </a:lnTo>
                <a:lnTo>
                  <a:pt x="2269899" y="17254"/>
                </a:lnTo>
                <a:lnTo>
                  <a:pt x="2264533" y="7668"/>
                </a:lnTo>
                <a:lnTo>
                  <a:pt x="2255587" y="1917"/>
                </a:lnTo>
                <a:lnTo>
                  <a:pt x="2243061" y="0"/>
                </a:lnTo>
                <a:close/>
              </a:path>
              <a:path w="6692900" h="586739">
                <a:moveTo>
                  <a:pt x="3068460" y="0"/>
                </a:moveTo>
                <a:lnTo>
                  <a:pt x="2717517" y="0"/>
                </a:lnTo>
                <a:lnTo>
                  <a:pt x="2704992" y="1917"/>
                </a:lnTo>
                <a:lnTo>
                  <a:pt x="2696046" y="7668"/>
                </a:lnTo>
                <a:lnTo>
                  <a:pt x="2690679" y="17254"/>
                </a:lnTo>
                <a:lnTo>
                  <a:pt x="2688890" y="30675"/>
                </a:lnTo>
                <a:lnTo>
                  <a:pt x="2688890" y="555856"/>
                </a:lnTo>
                <a:lnTo>
                  <a:pt x="2690679" y="569277"/>
                </a:lnTo>
                <a:lnTo>
                  <a:pt x="2696046" y="578863"/>
                </a:lnTo>
                <a:lnTo>
                  <a:pt x="2704992" y="584615"/>
                </a:lnTo>
                <a:lnTo>
                  <a:pt x="2717517" y="586532"/>
                </a:lnTo>
                <a:lnTo>
                  <a:pt x="3081548" y="586532"/>
                </a:lnTo>
                <a:lnTo>
                  <a:pt x="3094969" y="584871"/>
                </a:lnTo>
                <a:lnTo>
                  <a:pt x="3104557" y="579886"/>
                </a:lnTo>
                <a:lnTo>
                  <a:pt x="3110310" y="571577"/>
                </a:lnTo>
                <a:lnTo>
                  <a:pt x="3112228" y="559946"/>
                </a:lnTo>
                <a:lnTo>
                  <a:pt x="3112228" y="511681"/>
                </a:lnTo>
                <a:lnTo>
                  <a:pt x="3081548" y="485096"/>
                </a:lnTo>
                <a:lnTo>
                  <a:pt x="2808321" y="485096"/>
                </a:lnTo>
                <a:lnTo>
                  <a:pt x="2808321" y="332940"/>
                </a:lnTo>
                <a:lnTo>
                  <a:pt x="3046785" y="332940"/>
                </a:lnTo>
                <a:lnTo>
                  <a:pt x="3060204" y="331279"/>
                </a:lnTo>
                <a:lnTo>
                  <a:pt x="3069788" y="326294"/>
                </a:lnTo>
                <a:lnTo>
                  <a:pt x="3075538" y="317986"/>
                </a:lnTo>
                <a:lnTo>
                  <a:pt x="3077454" y="306354"/>
                </a:lnTo>
                <a:lnTo>
                  <a:pt x="3077454" y="258090"/>
                </a:lnTo>
                <a:lnTo>
                  <a:pt x="3075538" y="246458"/>
                </a:lnTo>
                <a:lnTo>
                  <a:pt x="3069788" y="238150"/>
                </a:lnTo>
                <a:lnTo>
                  <a:pt x="3060204" y="233165"/>
                </a:lnTo>
                <a:lnTo>
                  <a:pt x="3046785" y="231504"/>
                </a:lnTo>
                <a:lnTo>
                  <a:pt x="2808321" y="231504"/>
                </a:lnTo>
                <a:lnTo>
                  <a:pt x="2808321" y="101436"/>
                </a:lnTo>
                <a:lnTo>
                  <a:pt x="3068460" y="101436"/>
                </a:lnTo>
                <a:lnTo>
                  <a:pt x="3081881" y="99774"/>
                </a:lnTo>
                <a:lnTo>
                  <a:pt x="3091468" y="94789"/>
                </a:lnTo>
                <a:lnTo>
                  <a:pt x="3097221" y="86481"/>
                </a:lnTo>
                <a:lnTo>
                  <a:pt x="3099139" y="74850"/>
                </a:lnTo>
                <a:lnTo>
                  <a:pt x="3099139" y="26585"/>
                </a:lnTo>
                <a:lnTo>
                  <a:pt x="3097221" y="14954"/>
                </a:lnTo>
                <a:lnTo>
                  <a:pt x="3091468" y="6646"/>
                </a:lnTo>
                <a:lnTo>
                  <a:pt x="3081881" y="1661"/>
                </a:lnTo>
                <a:lnTo>
                  <a:pt x="3068460" y="0"/>
                </a:lnTo>
                <a:close/>
              </a:path>
              <a:path w="6692900" h="586739">
                <a:moveTo>
                  <a:pt x="3461526" y="104707"/>
                </a:moveTo>
                <a:lnTo>
                  <a:pt x="3342095" y="104707"/>
                </a:lnTo>
                <a:lnTo>
                  <a:pt x="3342095" y="564036"/>
                </a:lnTo>
                <a:lnTo>
                  <a:pt x="3343373" y="573878"/>
                </a:lnTo>
                <a:lnTo>
                  <a:pt x="3347208" y="580908"/>
                </a:lnTo>
                <a:lnTo>
                  <a:pt x="3353598" y="585126"/>
                </a:lnTo>
                <a:lnTo>
                  <a:pt x="3362545" y="586532"/>
                </a:lnTo>
                <a:lnTo>
                  <a:pt x="3441077" y="586532"/>
                </a:lnTo>
                <a:lnTo>
                  <a:pt x="3450023" y="585126"/>
                </a:lnTo>
                <a:lnTo>
                  <a:pt x="3456414" y="580908"/>
                </a:lnTo>
                <a:lnTo>
                  <a:pt x="3460248" y="573878"/>
                </a:lnTo>
                <a:lnTo>
                  <a:pt x="3461526" y="564036"/>
                </a:lnTo>
                <a:lnTo>
                  <a:pt x="3461526" y="104707"/>
                </a:lnTo>
                <a:close/>
              </a:path>
              <a:path w="6692900" h="586739">
                <a:moveTo>
                  <a:pt x="3612045" y="0"/>
                </a:moveTo>
                <a:lnTo>
                  <a:pt x="3191576" y="0"/>
                </a:lnTo>
                <a:lnTo>
                  <a:pt x="3178155" y="1661"/>
                </a:lnTo>
                <a:lnTo>
                  <a:pt x="3168568" y="6646"/>
                </a:lnTo>
                <a:lnTo>
                  <a:pt x="3162815" y="14954"/>
                </a:lnTo>
                <a:lnTo>
                  <a:pt x="3160897" y="26585"/>
                </a:lnTo>
                <a:lnTo>
                  <a:pt x="3160897" y="78122"/>
                </a:lnTo>
                <a:lnTo>
                  <a:pt x="3162815" y="89753"/>
                </a:lnTo>
                <a:lnTo>
                  <a:pt x="3168568" y="98061"/>
                </a:lnTo>
                <a:lnTo>
                  <a:pt x="3178155" y="103046"/>
                </a:lnTo>
                <a:lnTo>
                  <a:pt x="3191576" y="104707"/>
                </a:lnTo>
                <a:lnTo>
                  <a:pt x="3612045" y="104707"/>
                </a:lnTo>
                <a:lnTo>
                  <a:pt x="3625466" y="103046"/>
                </a:lnTo>
                <a:lnTo>
                  <a:pt x="3635054" y="98061"/>
                </a:lnTo>
                <a:lnTo>
                  <a:pt x="3640807" y="89753"/>
                </a:lnTo>
                <a:lnTo>
                  <a:pt x="3642725" y="78122"/>
                </a:lnTo>
                <a:lnTo>
                  <a:pt x="3642725" y="26585"/>
                </a:lnTo>
                <a:lnTo>
                  <a:pt x="3640807" y="14954"/>
                </a:lnTo>
                <a:lnTo>
                  <a:pt x="3635054" y="6646"/>
                </a:lnTo>
                <a:lnTo>
                  <a:pt x="3625466" y="1661"/>
                </a:lnTo>
                <a:lnTo>
                  <a:pt x="3612045" y="0"/>
                </a:lnTo>
                <a:close/>
              </a:path>
              <a:path w="6692900" h="586739">
                <a:moveTo>
                  <a:pt x="4101643" y="0"/>
                </a:moveTo>
                <a:lnTo>
                  <a:pt x="3750701" y="0"/>
                </a:lnTo>
                <a:lnTo>
                  <a:pt x="3738175" y="1917"/>
                </a:lnTo>
                <a:lnTo>
                  <a:pt x="3729229" y="7668"/>
                </a:lnTo>
                <a:lnTo>
                  <a:pt x="3723862" y="17254"/>
                </a:lnTo>
                <a:lnTo>
                  <a:pt x="3722073" y="30675"/>
                </a:lnTo>
                <a:lnTo>
                  <a:pt x="3722073" y="555856"/>
                </a:lnTo>
                <a:lnTo>
                  <a:pt x="3723862" y="569277"/>
                </a:lnTo>
                <a:lnTo>
                  <a:pt x="3729229" y="578863"/>
                </a:lnTo>
                <a:lnTo>
                  <a:pt x="3738175" y="584615"/>
                </a:lnTo>
                <a:lnTo>
                  <a:pt x="3750701" y="586532"/>
                </a:lnTo>
                <a:lnTo>
                  <a:pt x="4114731" y="586532"/>
                </a:lnTo>
                <a:lnTo>
                  <a:pt x="4128152" y="584871"/>
                </a:lnTo>
                <a:lnTo>
                  <a:pt x="4137740" y="579886"/>
                </a:lnTo>
                <a:lnTo>
                  <a:pt x="4143493" y="571577"/>
                </a:lnTo>
                <a:lnTo>
                  <a:pt x="4145411" y="559946"/>
                </a:lnTo>
                <a:lnTo>
                  <a:pt x="4145411" y="511681"/>
                </a:lnTo>
                <a:lnTo>
                  <a:pt x="4114731" y="485096"/>
                </a:lnTo>
                <a:lnTo>
                  <a:pt x="3841504" y="485096"/>
                </a:lnTo>
                <a:lnTo>
                  <a:pt x="3841504" y="332940"/>
                </a:lnTo>
                <a:lnTo>
                  <a:pt x="4079968" y="332940"/>
                </a:lnTo>
                <a:lnTo>
                  <a:pt x="4093387" y="331279"/>
                </a:lnTo>
                <a:lnTo>
                  <a:pt x="4102971" y="326294"/>
                </a:lnTo>
                <a:lnTo>
                  <a:pt x="4108721" y="317986"/>
                </a:lnTo>
                <a:lnTo>
                  <a:pt x="4110637" y="306354"/>
                </a:lnTo>
                <a:lnTo>
                  <a:pt x="4110637" y="258090"/>
                </a:lnTo>
                <a:lnTo>
                  <a:pt x="4108721" y="246458"/>
                </a:lnTo>
                <a:lnTo>
                  <a:pt x="4102971" y="238150"/>
                </a:lnTo>
                <a:lnTo>
                  <a:pt x="4093387" y="233165"/>
                </a:lnTo>
                <a:lnTo>
                  <a:pt x="4079968" y="231504"/>
                </a:lnTo>
                <a:lnTo>
                  <a:pt x="3841504" y="231504"/>
                </a:lnTo>
                <a:lnTo>
                  <a:pt x="3841504" y="101436"/>
                </a:lnTo>
                <a:lnTo>
                  <a:pt x="4101643" y="101436"/>
                </a:lnTo>
                <a:lnTo>
                  <a:pt x="4115064" y="99774"/>
                </a:lnTo>
                <a:lnTo>
                  <a:pt x="4124651" y="94789"/>
                </a:lnTo>
                <a:lnTo>
                  <a:pt x="4130405" y="86481"/>
                </a:lnTo>
                <a:lnTo>
                  <a:pt x="4132323" y="74850"/>
                </a:lnTo>
                <a:lnTo>
                  <a:pt x="4132323" y="26585"/>
                </a:lnTo>
                <a:lnTo>
                  <a:pt x="4130405" y="14954"/>
                </a:lnTo>
                <a:lnTo>
                  <a:pt x="4124651" y="6646"/>
                </a:lnTo>
                <a:lnTo>
                  <a:pt x="4115064" y="1661"/>
                </a:lnTo>
                <a:lnTo>
                  <a:pt x="4101643" y="0"/>
                </a:lnTo>
                <a:close/>
              </a:path>
              <a:path w="6692900" h="586739">
                <a:moveTo>
                  <a:pt x="4463621" y="0"/>
                </a:moveTo>
                <a:lnTo>
                  <a:pt x="4274245" y="0"/>
                </a:lnTo>
                <a:lnTo>
                  <a:pt x="4261719" y="1917"/>
                </a:lnTo>
                <a:lnTo>
                  <a:pt x="4252773" y="7668"/>
                </a:lnTo>
                <a:lnTo>
                  <a:pt x="4247406" y="17254"/>
                </a:lnTo>
                <a:lnTo>
                  <a:pt x="4245618" y="30675"/>
                </a:lnTo>
                <a:lnTo>
                  <a:pt x="4245618" y="555856"/>
                </a:lnTo>
                <a:lnTo>
                  <a:pt x="4247406" y="569277"/>
                </a:lnTo>
                <a:lnTo>
                  <a:pt x="4252773" y="578863"/>
                </a:lnTo>
                <a:lnTo>
                  <a:pt x="4261719" y="584615"/>
                </a:lnTo>
                <a:lnTo>
                  <a:pt x="4274245" y="586532"/>
                </a:lnTo>
                <a:lnTo>
                  <a:pt x="4336421" y="586532"/>
                </a:lnTo>
                <a:lnTo>
                  <a:pt x="4365048" y="555856"/>
                </a:lnTo>
                <a:lnTo>
                  <a:pt x="4365048" y="349710"/>
                </a:lnTo>
                <a:lnTo>
                  <a:pt x="4585878" y="349710"/>
                </a:lnTo>
                <a:lnTo>
                  <a:pt x="4574163" y="340303"/>
                </a:lnTo>
                <a:lnTo>
                  <a:pt x="4558134" y="330793"/>
                </a:lnTo>
                <a:lnTo>
                  <a:pt x="4539703" y="322715"/>
                </a:lnTo>
                <a:lnTo>
                  <a:pt x="4539703" y="321897"/>
                </a:lnTo>
                <a:lnTo>
                  <a:pt x="4605756" y="302673"/>
                </a:lnTo>
                <a:lnTo>
                  <a:pt x="4659134" y="270360"/>
                </a:lnTo>
                <a:lnTo>
                  <a:pt x="4680313" y="248274"/>
                </a:lnTo>
                <a:lnTo>
                  <a:pt x="4365048" y="248274"/>
                </a:lnTo>
                <a:lnTo>
                  <a:pt x="4365048" y="99800"/>
                </a:lnTo>
                <a:lnTo>
                  <a:pt x="4694595" y="99800"/>
                </a:lnTo>
                <a:lnTo>
                  <a:pt x="4691648" y="90392"/>
                </a:lnTo>
                <a:lnTo>
                  <a:pt x="4648087" y="39265"/>
                </a:lnTo>
                <a:lnTo>
                  <a:pt x="4572931" y="9816"/>
                </a:lnTo>
                <a:lnTo>
                  <a:pt x="4522546" y="2454"/>
                </a:lnTo>
                <a:lnTo>
                  <a:pt x="4463621" y="0"/>
                </a:lnTo>
                <a:close/>
              </a:path>
              <a:path w="6692900" h="586739">
                <a:moveTo>
                  <a:pt x="4585878" y="349710"/>
                </a:moveTo>
                <a:lnTo>
                  <a:pt x="4395320" y="349710"/>
                </a:lnTo>
                <a:lnTo>
                  <a:pt x="4412930" y="351372"/>
                </a:lnTo>
                <a:lnTo>
                  <a:pt x="4430595" y="356357"/>
                </a:lnTo>
                <a:lnTo>
                  <a:pt x="4466082" y="376296"/>
                </a:lnTo>
                <a:lnTo>
                  <a:pt x="4496448" y="401451"/>
                </a:lnTo>
                <a:lnTo>
                  <a:pt x="4598193" y="562400"/>
                </a:lnTo>
                <a:lnTo>
                  <a:pt x="4605860" y="572958"/>
                </a:lnTo>
                <a:lnTo>
                  <a:pt x="4614550" y="580499"/>
                </a:lnTo>
                <a:lnTo>
                  <a:pt x="4624263" y="585024"/>
                </a:lnTo>
                <a:lnTo>
                  <a:pt x="4634998" y="586532"/>
                </a:lnTo>
                <a:lnTo>
                  <a:pt x="4706169" y="586532"/>
                </a:lnTo>
                <a:lnTo>
                  <a:pt x="4721406" y="584334"/>
                </a:lnTo>
                <a:lnTo>
                  <a:pt x="4729077" y="577738"/>
                </a:lnTo>
                <a:lnTo>
                  <a:pt x="4729181" y="566746"/>
                </a:lnTo>
                <a:lnTo>
                  <a:pt x="4721718" y="551357"/>
                </a:lnTo>
                <a:lnTo>
                  <a:pt x="4631731" y="409427"/>
                </a:lnTo>
                <a:lnTo>
                  <a:pt x="4608571" y="376296"/>
                </a:lnTo>
                <a:lnTo>
                  <a:pt x="4587788" y="351244"/>
                </a:lnTo>
                <a:lnTo>
                  <a:pt x="4585878" y="349710"/>
                </a:lnTo>
                <a:close/>
              </a:path>
              <a:path w="6692900" h="586739">
                <a:moveTo>
                  <a:pt x="4694595" y="99800"/>
                </a:moveTo>
                <a:lnTo>
                  <a:pt x="4457894" y="99800"/>
                </a:lnTo>
                <a:lnTo>
                  <a:pt x="4488240" y="100643"/>
                </a:lnTo>
                <a:lnTo>
                  <a:pt x="4514649" y="103174"/>
                </a:lnTo>
                <a:lnTo>
                  <a:pt x="4555650" y="113298"/>
                </a:lnTo>
                <a:lnTo>
                  <a:pt x="4587093" y="150416"/>
                </a:lnTo>
                <a:lnTo>
                  <a:pt x="4589188" y="170560"/>
                </a:lnTo>
                <a:lnTo>
                  <a:pt x="4587017" y="189451"/>
                </a:lnTo>
                <a:lnTo>
                  <a:pt x="4554425" y="229868"/>
                </a:lnTo>
                <a:lnTo>
                  <a:pt x="4508209" y="243672"/>
                </a:lnTo>
                <a:lnTo>
                  <a:pt x="4438261" y="248274"/>
                </a:lnTo>
                <a:lnTo>
                  <a:pt x="4680313" y="248274"/>
                </a:lnTo>
                <a:lnTo>
                  <a:pt x="4694411" y="224857"/>
                </a:lnTo>
                <a:lnTo>
                  <a:pt x="4703230" y="197120"/>
                </a:lnTo>
                <a:lnTo>
                  <a:pt x="4706169" y="166060"/>
                </a:lnTo>
                <a:lnTo>
                  <a:pt x="4702539" y="125159"/>
                </a:lnTo>
                <a:lnTo>
                  <a:pt x="4694595" y="99800"/>
                </a:lnTo>
                <a:close/>
              </a:path>
              <a:path w="6692900" h="586739">
                <a:moveTo>
                  <a:pt x="4918864" y="0"/>
                </a:moveTo>
                <a:lnTo>
                  <a:pt x="4858321" y="0"/>
                </a:lnTo>
                <a:lnTo>
                  <a:pt x="4845800" y="1917"/>
                </a:lnTo>
                <a:lnTo>
                  <a:pt x="4836853" y="7668"/>
                </a:lnTo>
                <a:lnTo>
                  <a:pt x="4831484" y="17254"/>
                </a:lnTo>
                <a:lnTo>
                  <a:pt x="4829694" y="30675"/>
                </a:lnTo>
                <a:lnTo>
                  <a:pt x="4829694" y="555856"/>
                </a:lnTo>
                <a:lnTo>
                  <a:pt x="4831484" y="569277"/>
                </a:lnTo>
                <a:lnTo>
                  <a:pt x="4836853" y="578863"/>
                </a:lnTo>
                <a:lnTo>
                  <a:pt x="4845800" y="584615"/>
                </a:lnTo>
                <a:lnTo>
                  <a:pt x="4858321" y="586532"/>
                </a:lnTo>
                <a:lnTo>
                  <a:pt x="4920498" y="586532"/>
                </a:lnTo>
                <a:lnTo>
                  <a:pt x="4933023" y="584615"/>
                </a:lnTo>
                <a:lnTo>
                  <a:pt x="4941969" y="578863"/>
                </a:lnTo>
                <a:lnTo>
                  <a:pt x="4947336" y="569277"/>
                </a:lnTo>
                <a:lnTo>
                  <a:pt x="4949125" y="555856"/>
                </a:lnTo>
                <a:lnTo>
                  <a:pt x="4949125" y="265861"/>
                </a:lnTo>
                <a:lnTo>
                  <a:pt x="4948997" y="253591"/>
                </a:lnTo>
                <a:lnTo>
                  <a:pt x="4948614" y="241320"/>
                </a:lnTo>
                <a:lnTo>
                  <a:pt x="4947976" y="229050"/>
                </a:lnTo>
                <a:lnTo>
                  <a:pt x="4947083" y="216779"/>
                </a:lnTo>
                <a:lnTo>
                  <a:pt x="5089198" y="216779"/>
                </a:lnTo>
                <a:lnTo>
                  <a:pt x="4972035" y="28630"/>
                </a:lnTo>
                <a:lnTo>
                  <a:pt x="4961962" y="16104"/>
                </a:lnTo>
                <a:lnTo>
                  <a:pt x="4949741" y="7157"/>
                </a:lnTo>
                <a:lnTo>
                  <a:pt x="4935375" y="1789"/>
                </a:lnTo>
                <a:lnTo>
                  <a:pt x="4918864" y="0"/>
                </a:lnTo>
                <a:close/>
              </a:path>
              <a:path w="6692900" h="586739">
                <a:moveTo>
                  <a:pt x="5089198" y="216779"/>
                </a:moveTo>
                <a:lnTo>
                  <a:pt x="4949942" y="216779"/>
                </a:lnTo>
                <a:lnTo>
                  <a:pt x="5162637" y="557901"/>
                </a:lnTo>
                <a:lnTo>
                  <a:pt x="5199297" y="584743"/>
                </a:lnTo>
                <a:lnTo>
                  <a:pt x="5215808" y="586532"/>
                </a:lnTo>
                <a:lnTo>
                  <a:pt x="5272256" y="586532"/>
                </a:lnTo>
                <a:lnTo>
                  <a:pt x="5284782" y="584615"/>
                </a:lnTo>
                <a:lnTo>
                  <a:pt x="5293728" y="578863"/>
                </a:lnTo>
                <a:lnTo>
                  <a:pt x="5299095" y="569277"/>
                </a:lnTo>
                <a:lnTo>
                  <a:pt x="5300884" y="555856"/>
                </a:lnTo>
                <a:lnTo>
                  <a:pt x="5300884" y="363617"/>
                </a:lnTo>
                <a:lnTo>
                  <a:pt x="5180636" y="363617"/>
                </a:lnTo>
                <a:lnTo>
                  <a:pt x="5089198" y="216779"/>
                </a:lnTo>
                <a:close/>
              </a:path>
              <a:path w="6692900" h="586739">
                <a:moveTo>
                  <a:pt x="5272256" y="0"/>
                </a:moveTo>
                <a:lnTo>
                  <a:pt x="5210080" y="0"/>
                </a:lnTo>
                <a:lnTo>
                  <a:pt x="5197554" y="1917"/>
                </a:lnTo>
                <a:lnTo>
                  <a:pt x="5188608" y="7668"/>
                </a:lnTo>
                <a:lnTo>
                  <a:pt x="5183242" y="17254"/>
                </a:lnTo>
                <a:lnTo>
                  <a:pt x="5181453" y="30675"/>
                </a:lnTo>
                <a:lnTo>
                  <a:pt x="5181453" y="314535"/>
                </a:lnTo>
                <a:lnTo>
                  <a:pt x="5181581" y="326805"/>
                </a:lnTo>
                <a:lnTo>
                  <a:pt x="5181963" y="339076"/>
                </a:lnTo>
                <a:lnTo>
                  <a:pt x="5182601" y="351346"/>
                </a:lnTo>
                <a:lnTo>
                  <a:pt x="5183495" y="363617"/>
                </a:lnTo>
                <a:lnTo>
                  <a:pt x="5300884" y="363617"/>
                </a:lnTo>
                <a:lnTo>
                  <a:pt x="5300884" y="30675"/>
                </a:lnTo>
                <a:lnTo>
                  <a:pt x="5299095" y="17254"/>
                </a:lnTo>
                <a:lnTo>
                  <a:pt x="5293728" y="7668"/>
                </a:lnTo>
                <a:lnTo>
                  <a:pt x="5284782" y="1917"/>
                </a:lnTo>
                <a:lnTo>
                  <a:pt x="5272256" y="0"/>
                </a:lnTo>
                <a:close/>
              </a:path>
              <a:path w="6692900" h="586739">
                <a:moveTo>
                  <a:pt x="5522573" y="0"/>
                </a:moveTo>
                <a:lnTo>
                  <a:pt x="5460397" y="0"/>
                </a:lnTo>
                <a:lnTo>
                  <a:pt x="5447876" y="1917"/>
                </a:lnTo>
                <a:lnTo>
                  <a:pt x="5438929" y="7668"/>
                </a:lnTo>
                <a:lnTo>
                  <a:pt x="5433560" y="17254"/>
                </a:lnTo>
                <a:lnTo>
                  <a:pt x="5431770" y="30675"/>
                </a:lnTo>
                <a:lnTo>
                  <a:pt x="5431770" y="555856"/>
                </a:lnTo>
                <a:lnTo>
                  <a:pt x="5433560" y="569277"/>
                </a:lnTo>
                <a:lnTo>
                  <a:pt x="5438929" y="578863"/>
                </a:lnTo>
                <a:lnTo>
                  <a:pt x="5447876" y="584615"/>
                </a:lnTo>
                <a:lnTo>
                  <a:pt x="5460397" y="586532"/>
                </a:lnTo>
                <a:lnTo>
                  <a:pt x="5522573" y="586532"/>
                </a:lnTo>
                <a:lnTo>
                  <a:pt x="5535099" y="584615"/>
                </a:lnTo>
                <a:lnTo>
                  <a:pt x="5544045" y="578863"/>
                </a:lnTo>
                <a:lnTo>
                  <a:pt x="5549412" y="569277"/>
                </a:lnTo>
                <a:lnTo>
                  <a:pt x="5551201" y="555856"/>
                </a:lnTo>
                <a:lnTo>
                  <a:pt x="5551201" y="30675"/>
                </a:lnTo>
                <a:lnTo>
                  <a:pt x="5549412" y="17254"/>
                </a:lnTo>
                <a:lnTo>
                  <a:pt x="5544045" y="7668"/>
                </a:lnTo>
                <a:lnTo>
                  <a:pt x="5535099" y="1917"/>
                </a:lnTo>
                <a:lnTo>
                  <a:pt x="5522573" y="0"/>
                </a:lnTo>
                <a:close/>
              </a:path>
              <a:path w="6692900" h="586739">
                <a:moveTo>
                  <a:pt x="5931179" y="104707"/>
                </a:moveTo>
                <a:lnTo>
                  <a:pt x="5811748" y="104707"/>
                </a:lnTo>
                <a:lnTo>
                  <a:pt x="5811748" y="564036"/>
                </a:lnTo>
                <a:lnTo>
                  <a:pt x="5813026" y="573878"/>
                </a:lnTo>
                <a:lnTo>
                  <a:pt x="5816860" y="580908"/>
                </a:lnTo>
                <a:lnTo>
                  <a:pt x="5823251" y="585126"/>
                </a:lnTo>
                <a:lnTo>
                  <a:pt x="5832198" y="586532"/>
                </a:lnTo>
                <a:lnTo>
                  <a:pt x="5910729" y="586532"/>
                </a:lnTo>
                <a:lnTo>
                  <a:pt x="5919676" y="585126"/>
                </a:lnTo>
                <a:lnTo>
                  <a:pt x="5926066" y="580908"/>
                </a:lnTo>
                <a:lnTo>
                  <a:pt x="5929901" y="573878"/>
                </a:lnTo>
                <a:lnTo>
                  <a:pt x="5931179" y="564036"/>
                </a:lnTo>
                <a:lnTo>
                  <a:pt x="5931179" y="104707"/>
                </a:lnTo>
                <a:close/>
              </a:path>
              <a:path w="6692900" h="586739">
                <a:moveTo>
                  <a:pt x="6081698" y="0"/>
                </a:moveTo>
                <a:lnTo>
                  <a:pt x="5661229" y="0"/>
                </a:lnTo>
                <a:lnTo>
                  <a:pt x="5647808" y="1661"/>
                </a:lnTo>
                <a:lnTo>
                  <a:pt x="5638220" y="6646"/>
                </a:lnTo>
                <a:lnTo>
                  <a:pt x="5632467" y="14954"/>
                </a:lnTo>
                <a:lnTo>
                  <a:pt x="5630549" y="26585"/>
                </a:lnTo>
                <a:lnTo>
                  <a:pt x="5630549" y="78122"/>
                </a:lnTo>
                <a:lnTo>
                  <a:pt x="5632467" y="89753"/>
                </a:lnTo>
                <a:lnTo>
                  <a:pt x="5638220" y="98061"/>
                </a:lnTo>
                <a:lnTo>
                  <a:pt x="5647808" y="103046"/>
                </a:lnTo>
                <a:lnTo>
                  <a:pt x="5661229" y="104707"/>
                </a:lnTo>
                <a:lnTo>
                  <a:pt x="6081698" y="104707"/>
                </a:lnTo>
                <a:lnTo>
                  <a:pt x="6095123" y="103046"/>
                </a:lnTo>
                <a:lnTo>
                  <a:pt x="6104710" y="98061"/>
                </a:lnTo>
                <a:lnTo>
                  <a:pt x="6110461" y="89753"/>
                </a:lnTo>
                <a:lnTo>
                  <a:pt x="6112377" y="78122"/>
                </a:lnTo>
                <a:lnTo>
                  <a:pt x="6112377" y="26585"/>
                </a:lnTo>
                <a:lnTo>
                  <a:pt x="6110461" y="14954"/>
                </a:lnTo>
                <a:lnTo>
                  <a:pt x="6104710" y="6646"/>
                </a:lnTo>
                <a:lnTo>
                  <a:pt x="6095123" y="1661"/>
                </a:lnTo>
                <a:lnTo>
                  <a:pt x="6081698" y="0"/>
                </a:lnTo>
                <a:close/>
              </a:path>
              <a:path w="6692900" h="586739">
                <a:moveTo>
                  <a:pt x="6258802" y="0"/>
                </a:moveTo>
                <a:lnTo>
                  <a:pt x="6187234" y="0"/>
                </a:lnTo>
                <a:lnTo>
                  <a:pt x="6171000" y="2198"/>
                </a:lnTo>
                <a:lnTo>
                  <a:pt x="6162382" y="8793"/>
                </a:lnTo>
                <a:lnTo>
                  <a:pt x="6161385" y="19785"/>
                </a:lnTo>
                <a:lnTo>
                  <a:pt x="6168009" y="35174"/>
                </a:lnTo>
                <a:lnTo>
                  <a:pt x="6367197" y="371797"/>
                </a:lnTo>
                <a:lnTo>
                  <a:pt x="6367197" y="564036"/>
                </a:lnTo>
                <a:lnTo>
                  <a:pt x="6368986" y="573878"/>
                </a:lnTo>
                <a:lnTo>
                  <a:pt x="6374352" y="580908"/>
                </a:lnTo>
                <a:lnTo>
                  <a:pt x="6383298" y="585126"/>
                </a:lnTo>
                <a:lnTo>
                  <a:pt x="6395824" y="586532"/>
                </a:lnTo>
                <a:lnTo>
                  <a:pt x="6458000" y="586532"/>
                </a:lnTo>
                <a:lnTo>
                  <a:pt x="6470526" y="585126"/>
                </a:lnTo>
                <a:lnTo>
                  <a:pt x="6479472" y="580908"/>
                </a:lnTo>
                <a:lnTo>
                  <a:pt x="6484839" y="573878"/>
                </a:lnTo>
                <a:lnTo>
                  <a:pt x="6486628" y="564036"/>
                </a:lnTo>
                <a:lnTo>
                  <a:pt x="6486628" y="371797"/>
                </a:lnTo>
                <a:lnTo>
                  <a:pt x="6540602" y="280586"/>
                </a:lnTo>
                <a:lnTo>
                  <a:pt x="6426096" y="280586"/>
                </a:lnTo>
                <a:lnTo>
                  <a:pt x="6423720" y="265350"/>
                </a:lnTo>
                <a:lnTo>
                  <a:pt x="6419452" y="249910"/>
                </a:lnTo>
                <a:lnTo>
                  <a:pt x="6397133" y="203895"/>
                </a:lnTo>
                <a:lnTo>
                  <a:pt x="6383563" y="179968"/>
                </a:lnTo>
                <a:lnTo>
                  <a:pt x="6296435" y="28222"/>
                </a:lnTo>
                <a:lnTo>
                  <a:pt x="6287951" y="15874"/>
                </a:lnTo>
                <a:lnTo>
                  <a:pt x="6278851" y="7055"/>
                </a:lnTo>
                <a:lnTo>
                  <a:pt x="6269135" y="1763"/>
                </a:lnTo>
                <a:lnTo>
                  <a:pt x="6258802" y="0"/>
                </a:lnTo>
                <a:close/>
              </a:path>
              <a:path w="6692900" h="586739">
                <a:moveTo>
                  <a:pt x="6666601" y="0"/>
                </a:moveTo>
                <a:lnTo>
                  <a:pt x="6595022" y="0"/>
                </a:lnTo>
                <a:lnTo>
                  <a:pt x="6584696" y="1763"/>
                </a:lnTo>
                <a:lnTo>
                  <a:pt x="6574981" y="7055"/>
                </a:lnTo>
                <a:lnTo>
                  <a:pt x="6565879" y="15874"/>
                </a:lnTo>
                <a:lnTo>
                  <a:pt x="6557390" y="28222"/>
                </a:lnTo>
                <a:lnTo>
                  <a:pt x="6470272" y="179968"/>
                </a:lnTo>
                <a:lnTo>
                  <a:pt x="6467533" y="184671"/>
                </a:lnTo>
                <a:lnTo>
                  <a:pt x="6448587" y="218415"/>
                </a:lnTo>
                <a:lnTo>
                  <a:pt x="6430111" y="265350"/>
                </a:lnTo>
                <a:lnTo>
                  <a:pt x="6427729" y="280586"/>
                </a:lnTo>
                <a:lnTo>
                  <a:pt x="6540602" y="280586"/>
                </a:lnTo>
                <a:lnTo>
                  <a:pt x="6685826" y="35174"/>
                </a:lnTo>
                <a:lnTo>
                  <a:pt x="6692446" y="19785"/>
                </a:lnTo>
                <a:lnTo>
                  <a:pt x="6691449" y="8793"/>
                </a:lnTo>
                <a:lnTo>
                  <a:pt x="6682834" y="2198"/>
                </a:lnTo>
                <a:lnTo>
                  <a:pt x="66666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6804" y="5497134"/>
            <a:ext cx="3794125" cy="461009"/>
          </a:xfrm>
          <a:custGeom>
            <a:avLst/>
            <a:gdLst/>
            <a:ahLst/>
            <a:cxnLst/>
            <a:rect l="l" t="t" r="r" b="b"/>
            <a:pathLst>
              <a:path w="3794125" h="461010">
                <a:moveTo>
                  <a:pt x="224071" y="10430"/>
                </a:moveTo>
                <a:lnTo>
                  <a:pt x="181125" y="10430"/>
                </a:lnTo>
                <a:lnTo>
                  <a:pt x="172075" y="11983"/>
                </a:lnTo>
                <a:lnTo>
                  <a:pt x="1974" y="430083"/>
                </a:lnTo>
                <a:lnTo>
                  <a:pt x="0" y="438941"/>
                </a:lnTo>
                <a:lnTo>
                  <a:pt x="1744" y="445268"/>
                </a:lnTo>
                <a:lnTo>
                  <a:pt x="7208" y="449064"/>
                </a:lnTo>
                <a:lnTo>
                  <a:pt x="16392" y="450329"/>
                </a:lnTo>
                <a:lnTo>
                  <a:pt x="65168" y="450329"/>
                </a:lnTo>
                <a:lnTo>
                  <a:pt x="124680" y="346643"/>
                </a:lnTo>
                <a:lnTo>
                  <a:pt x="371454" y="346643"/>
                </a:lnTo>
                <a:lnTo>
                  <a:pt x="342489" y="270565"/>
                </a:lnTo>
                <a:lnTo>
                  <a:pt x="153209" y="270565"/>
                </a:lnTo>
                <a:lnTo>
                  <a:pt x="190941" y="173014"/>
                </a:lnTo>
                <a:lnTo>
                  <a:pt x="200962" y="135078"/>
                </a:lnTo>
                <a:lnTo>
                  <a:pt x="201984" y="124852"/>
                </a:lnTo>
                <a:lnTo>
                  <a:pt x="287011" y="124852"/>
                </a:lnTo>
                <a:lnTo>
                  <a:pt x="252907" y="35277"/>
                </a:lnTo>
                <a:lnTo>
                  <a:pt x="247539" y="24406"/>
                </a:lnTo>
                <a:lnTo>
                  <a:pt x="240944" y="16641"/>
                </a:lnTo>
                <a:lnTo>
                  <a:pt x="233121" y="11983"/>
                </a:lnTo>
                <a:lnTo>
                  <a:pt x="224071" y="10430"/>
                </a:lnTo>
                <a:close/>
              </a:path>
              <a:path w="3794125" h="461010">
                <a:moveTo>
                  <a:pt x="371454" y="346643"/>
                </a:moveTo>
                <a:lnTo>
                  <a:pt x="280516" y="346643"/>
                </a:lnTo>
                <a:lnTo>
                  <a:pt x="311806" y="429162"/>
                </a:lnTo>
                <a:lnTo>
                  <a:pt x="316561" y="438423"/>
                </a:lnTo>
                <a:lnTo>
                  <a:pt x="322849" y="445038"/>
                </a:lnTo>
                <a:lnTo>
                  <a:pt x="330672" y="449006"/>
                </a:lnTo>
                <a:lnTo>
                  <a:pt x="340028" y="450329"/>
                </a:lnTo>
                <a:lnTo>
                  <a:pt x="388803" y="450329"/>
                </a:lnTo>
                <a:lnTo>
                  <a:pt x="397988" y="449064"/>
                </a:lnTo>
                <a:lnTo>
                  <a:pt x="403452" y="445268"/>
                </a:lnTo>
                <a:lnTo>
                  <a:pt x="405197" y="438941"/>
                </a:lnTo>
                <a:lnTo>
                  <a:pt x="403222" y="430083"/>
                </a:lnTo>
                <a:lnTo>
                  <a:pt x="371454" y="346643"/>
                </a:lnTo>
                <a:close/>
              </a:path>
              <a:path w="3794125" h="461010">
                <a:moveTo>
                  <a:pt x="287011" y="124852"/>
                </a:moveTo>
                <a:lnTo>
                  <a:pt x="203211" y="124852"/>
                </a:lnTo>
                <a:lnTo>
                  <a:pt x="204234" y="135078"/>
                </a:lnTo>
                <a:lnTo>
                  <a:pt x="214255" y="173014"/>
                </a:lnTo>
                <a:lnTo>
                  <a:pt x="251987" y="270565"/>
                </a:lnTo>
                <a:lnTo>
                  <a:pt x="342489" y="270565"/>
                </a:lnTo>
                <a:lnTo>
                  <a:pt x="287011" y="124852"/>
                </a:lnTo>
                <a:close/>
              </a:path>
              <a:path w="3794125" h="461010">
                <a:moveTo>
                  <a:pt x="651701" y="10430"/>
                </a:moveTo>
                <a:lnTo>
                  <a:pt x="608754" y="10430"/>
                </a:lnTo>
                <a:lnTo>
                  <a:pt x="599704" y="11983"/>
                </a:lnTo>
                <a:lnTo>
                  <a:pt x="429603" y="430083"/>
                </a:lnTo>
                <a:lnTo>
                  <a:pt x="427628" y="438941"/>
                </a:lnTo>
                <a:lnTo>
                  <a:pt x="429373" y="445268"/>
                </a:lnTo>
                <a:lnTo>
                  <a:pt x="434838" y="449064"/>
                </a:lnTo>
                <a:lnTo>
                  <a:pt x="444022" y="450329"/>
                </a:lnTo>
                <a:lnTo>
                  <a:pt x="492797" y="450329"/>
                </a:lnTo>
                <a:lnTo>
                  <a:pt x="552309" y="346643"/>
                </a:lnTo>
                <a:lnTo>
                  <a:pt x="799083" y="346643"/>
                </a:lnTo>
                <a:lnTo>
                  <a:pt x="770118" y="270565"/>
                </a:lnTo>
                <a:lnTo>
                  <a:pt x="580838" y="270565"/>
                </a:lnTo>
                <a:lnTo>
                  <a:pt x="618570" y="173014"/>
                </a:lnTo>
                <a:lnTo>
                  <a:pt x="628591" y="135078"/>
                </a:lnTo>
                <a:lnTo>
                  <a:pt x="629614" y="124852"/>
                </a:lnTo>
                <a:lnTo>
                  <a:pt x="714641" y="124852"/>
                </a:lnTo>
                <a:lnTo>
                  <a:pt x="680537" y="35277"/>
                </a:lnTo>
                <a:lnTo>
                  <a:pt x="675168" y="24406"/>
                </a:lnTo>
                <a:lnTo>
                  <a:pt x="668573" y="16641"/>
                </a:lnTo>
                <a:lnTo>
                  <a:pt x="660750" y="11983"/>
                </a:lnTo>
                <a:lnTo>
                  <a:pt x="651701" y="10430"/>
                </a:lnTo>
                <a:close/>
              </a:path>
              <a:path w="3794125" h="461010">
                <a:moveTo>
                  <a:pt x="799083" y="346643"/>
                </a:moveTo>
                <a:lnTo>
                  <a:pt x="708146" y="346643"/>
                </a:lnTo>
                <a:lnTo>
                  <a:pt x="739436" y="429162"/>
                </a:lnTo>
                <a:lnTo>
                  <a:pt x="744190" y="438423"/>
                </a:lnTo>
                <a:lnTo>
                  <a:pt x="750479" y="445038"/>
                </a:lnTo>
                <a:lnTo>
                  <a:pt x="758301" y="449006"/>
                </a:lnTo>
                <a:lnTo>
                  <a:pt x="767658" y="450329"/>
                </a:lnTo>
                <a:lnTo>
                  <a:pt x="816433" y="450329"/>
                </a:lnTo>
                <a:lnTo>
                  <a:pt x="825617" y="449064"/>
                </a:lnTo>
                <a:lnTo>
                  <a:pt x="831081" y="445268"/>
                </a:lnTo>
                <a:lnTo>
                  <a:pt x="832826" y="438941"/>
                </a:lnTo>
                <a:lnTo>
                  <a:pt x="830851" y="430083"/>
                </a:lnTo>
                <a:lnTo>
                  <a:pt x="799083" y="346643"/>
                </a:lnTo>
                <a:close/>
              </a:path>
              <a:path w="3794125" h="461010">
                <a:moveTo>
                  <a:pt x="714641" y="124852"/>
                </a:moveTo>
                <a:lnTo>
                  <a:pt x="630841" y="124852"/>
                </a:lnTo>
                <a:lnTo>
                  <a:pt x="631863" y="135078"/>
                </a:lnTo>
                <a:lnTo>
                  <a:pt x="641885" y="173014"/>
                </a:lnTo>
                <a:lnTo>
                  <a:pt x="679617" y="270565"/>
                </a:lnTo>
                <a:lnTo>
                  <a:pt x="770118" y="270565"/>
                </a:lnTo>
                <a:lnTo>
                  <a:pt x="714641" y="124852"/>
                </a:lnTo>
                <a:close/>
              </a:path>
              <a:path w="3794125" h="461010">
                <a:moveTo>
                  <a:pt x="953557" y="10430"/>
                </a:moveTo>
                <a:lnTo>
                  <a:pt x="906929" y="10430"/>
                </a:lnTo>
                <a:lnTo>
                  <a:pt x="897534" y="11867"/>
                </a:lnTo>
                <a:lnTo>
                  <a:pt x="890824" y="16181"/>
                </a:lnTo>
                <a:lnTo>
                  <a:pt x="886797" y="23371"/>
                </a:lnTo>
                <a:lnTo>
                  <a:pt x="885455" y="33436"/>
                </a:lnTo>
                <a:lnTo>
                  <a:pt x="885455" y="427322"/>
                </a:lnTo>
                <a:lnTo>
                  <a:pt x="886797" y="437388"/>
                </a:lnTo>
                <a:lnTo>
                  <a:pt x="890824" y="444577"/>
                </a:lnTo>
                <a:lnTo>
                  <a:pt x="897534" y="448891"/>
                </a:lnTo>
                <a:lnTo>
                  <a:pt x="906929" y="450329"/>
                </a:lnTo>
                <a:lnTo>
                  <a:pt x="953557" y="450329"/>
                </a:lnTo>
                <a:lnTo>
                  <a:pt x="962952" y="448891"/>
                </a:lnTo>
                <a:lnTo>
                  <a:pt x="969662" y="444577"/>
                </a:lnTo>
                <a:lnTo>
                  <a:pt x="973689" y="437388"/>
                </a:lnTo>
                <a:lnTo>
                  <a:pt x="975031" y="427322"/>
                </a:lnTo>
                <a:lnTo>
                  <a:pt x="975031" y="313206"/>
                </a:lnTo>
                <a:lnTo>
                  <a:pt x="1026566" y="255227"/>
                </a:lnTo>
                <a:lnTo>
                  <a:pt x="1128540" y="255227"/>
                </a:lnTo>
                <a:lnTo>
                  <a:pt x="1088453" y="192340"/>
                </a:lnTo>
                <a:lnTo>
                  <a:pt x="973497" y="192340"/>
                </a:lnTo>
                <a:lnTo>
                  <a:pt x="974167" y="183138"/>
                </a:lnTo>
                <a:lnTo>
                  <a:pt x="974647" y="173935"/>
                </a:lnTo>
                <a:lnTo>
                  <a:pt x="974935" y="164732"/>
                </a:lnTo>
                <a:lnTo>
                  <a:pt x="975031" y="33436"/>
                </a:lnTo>
                <a:lnTo>
                  <a:pt x="973689" y="23371"/>
                </a:lnTo>
                <a:lnTo>
                  <a:pt x="969662" y="16181"/>
                </a:lnTo>
                <a:lnTo>
                  <a:pt x="962952" y="11867"/>
                </a:lnTo>
                <a:lnTo>
                  <a:pt x="953557" y="10430"/>
                </a:lnTo>
                <a:close/>
              </a:path>
              <a:path w="3794125" h="461010">
                <a:moveTo>
                  <a:pt x="1128540" y="255227"/>
                </a:moveTo>
                <a:lnTo>
                  <a:pt x="1026566" y="255227"/>
                </a:lnTo>
                <a:lnTo>
                  <a:pt x="1139456" y="432230"/>
                </a:lnTo>
                <a:lnTo>
                  <a:pt x="1145552" y="440148"/>
                </a:lnTo>
                <a:lnTo>
                  <a:pt x="1152186" y="445804"/>
                </a:lnTo>
                <a:lnTo>
                  <a:pt x="1159358" y="449198"/>
                </a:lnTo>
                <a:lnTo>
                  <a:pt x="1167068" y="450329"/>
                </a:lnTo>
                <a:lnTo>
                  <a:pt x="1224427" y="450329"/>
                </a:lnTo>
                <a:lnTo>
                  <a:pt x="1235858" y="448680"/>
                </a:lnTo>
                <a:lnTo>
                  <a:pt x="1241611" y="443734"/>
                </a:lnTo>
                <a:lnTo>
                  <a:pt x="1241689" y="435489"/>
                </a:lnTo>
                <a:lnTo>
                  <a:pt x="1236092" y="423948"/>
                </a:lnTo>
                <a:lnTo>
                  <a:pt x="1128540" y="255227"/>
                </a:lnTo>
                <a:close/>
              </a:path>
              <a:path w="3794125" h="461010">
                <a:moveTo>
                  <a:pt x="1214616" y="10430"/>
                </a:moveTo>
                <a:lnTo>
                  <a:pt x="1152953" y="10430"/>
                </a:lnTo>
                <a:lnTo>
                  <a:pt x="1146818" y="11561"/>
                </a:lnTo>
                <a:lnTo>
                  <a:pt x="1140069" y="14954"/>
                </a:lnTo>
                <a:lnTo>
                  <a:pt x="1132707" y="20610"/>
                </a:lnTo>
                <a:lnTo>
                  <a:pt x="1124734" y="28528"/>
                </a:lnTo>
                <a:lnTo>
                  <a:pt x="975644" y="192340"/>
                </a:lnTo>
                <a:lnTo>
                  <a:pt x="1088453" y="192340"/>
                </a:lnTo>
                <a:lnTo>
                  <a:pt x="1086693" y="189580"/>
                </a:lnTo>
                <a:lnTo>
                  <a:pt x="1226270" y="36811"/>
                </a:lnTo>
                <a:lnTo>
                  <a:pt x="1234630" y="25269"/>
                </a:lnTo>
                <a:lnTo>
                  <a:pt x="1235474" y="17025"/>
                </a:lnTo>
                <a:lnTo>
                  <a:pt x="1228803" y="12078"/>
                </a:lnTo>
                <a:lnTo>
                  <a:pt x="1214616" y="10430"/>
                </a:lnTo>
                <a:close/>
              </a:path>
              <a:path w="3794125" h="461010">
                <a:moveTo>
                  <a:pt x="1497141" y="10430"/>
                </a:moveTo>
                <a:lnTo>
                  <a:pt x="1454200" y="10430"/>
                </a:lnTo>
                <a:lnTo>
                  <a:pt x="1445148" y="11983"/>
                </a:lnTo>
                <a:lnTo>
                  <a:pt x="1275043" y="430083"/>
                </a:lnTo>
                <a:lnTo>
                  <a:pt x="1273070" y="438941"/>
                </a:lnTo>
                <a:lnTo>
                  <a:pt x="1274816" y="445268"/>
                </a:lnTo>
                <a:lnTo>
                  <a:pt x="1280280" y="449064"/>
                </a:lnTo>
                <a:lnTo>
                  <a:pt x="1289462" y="450329"/>
                </a:lnTo>
                <a:lnTo>
                  <a:pt x="1338235" y="450329"/>
                </a:lnTo>
                <a:lnTo>
                  <a:pt x="1397752" y="346643"/>
                </a:lnTo>
                <a:lnTo>
                  <a:pt x="1644529" y="346643"/>
                </a:lnTo>
                <a:lnTo>
                  <a:pt x="1615563" y="270565"/>
                </a:lnTo>
                <a:lnTo>
                  <a:pt x="1426285" y="270565"/>
                </a:lnTo>
                <a:lnTo>
                  <a:pt x="1464012" y="173014"/>
                </a:lnTo>
                <a:lnTo>
                  <a:pt x="1474032" y="135078"/>
                </a:lnTo>
                <a:lnTo>
                  <a:pt x="1475058" y="124852"/>
                </a:lnTo>
                <a:lnTo>
                  <a:pt x="1560084" y="124852"/>
                </a:lnTo>
                <a:lnTo>
                  <a:pt x="1525978" y="35277"/>
                </a:lnTo>
                <a:lnTo>
                  <a:pt x="1520613" y="24406"/>
                </a:lnTo>
                <a:lnTo>
                  <a:pt x="1514018" y="16641"/>
                </a:lnTo>
                <a:lnTo>
                  <a:pt x="1506194" y="11983"/>
                </a:lnTo>
                <a:lnTo>
                  <a:pt x="1497141" y="10430"/>
                </a:lnTo>
                <a:close/>
              </a:path>
              <a:path w="3794125" h="461010">
                <a:moveTo>
                  <a:pt x="1644529" y="346643"/>
                </a:moveTo>
                <a:lnTo>
                  <a:pt x="1553590" y="346643"/>
                </a:lnTo>
                <a:lnTo>
                  <a:pt x="1584877" y="429162"/>
                </a:lnTo>
                <a:lnTo>
                  <a:pt x="1589632" y="438423"/>
                </a:lnTo>
                <a:lnTo>
                  <a:pt x="1595920" y="445038"/>
                </a:lnTo>
                <a:lnTo>
                  <a:pt x="1603741" y="449006"/>
                </a:lnTo>
                <a:lnTo>
                  <a:pt x="1613096" y="450329"/>
                </a:lnTo>
                <a:lnTo>
                  <a:pt x="1661880" y="450329"/>
                </a:lnTo>
                <a:lnTo>
                  <a:pt x="1671062" y="449064"/>
                </a:lnTo>
                <a:lnTo>
                  <a:pt x="1676526" y="445268"/>
                </a:lnTo>
                <a:lnTo>
                  <a:pt x="1678271" y="438941"/>
                </a:lnTo>
                <a:lnTo>
                  <a:pt x="1676298" y="430083"/>
                </a:lnTo>
                <a:lnTo>
                  <a:pt x="1644529" y="346643"/>
                </a:lnTo>
                <a:close/>
              </a:path>
              <a:path w="3794125" h="461010">
                <a:moveTo>
                  <a:pt x="1560084" y="124852"/>
                </a:moveTo>
                <a:lnTo>
                  <a:pt x="1476283" y="124852"/>
                </a:lnTo>
                <a:lnTo>
                  <a:pt x="1477310" y="135078"/>
                </a:lnTo>
                <a:lnTo>
                  <a:pt x="1487330" y="173014"/>
                </a:lnTo>
                <a:lnTo>
                  <a:pt x="1525057" y="270565"/>
                </a:lnTo>
                <a:lnTo>
                  <a:pt x="1615563" y="270565"/>
                </a:lnTo>
                <a:lnTo>
                  <a:pt x="1560084" y="124852"/>
                </a:lnTo>
                <a:close/>
              </a:path>
              <a:path w="3794125" h="461010">
                <a:moveTo>
                  <a:pt x="1894407" y="10430"/>
                </a:moveTo>
                <a:lnTo>
                  <a:pt x="1752369" y="10430"/>
                </a:lnTo>
                <a:lnTo>
                  <a:pt x="1742975" y="11867"/>
                </a:lnTo>
                <a:lnTo>
                  <a:pt x="1736264" y="16181"/>
                </a:lnTo>
                <a:lnTo>
                  <a:pt x="1732236" y="23371"/>
                </a:lnTo>
                <a:lnTo>
                  <a:pt x="1730893" y="33436"/>
                </a:lnTo>
                <a:lnTo>
                  <a:pt x="1730893" y="427322"/>
                </a:lnTo>
                <a:lnTo>
                  <a:pt x="1732236" y="437388"/>
                </a:lnTo>
                <a:lnTo>
                  <a:pt x="1736264" y="444577"/>
                </a:lnTo>
                <a:lnTo>
                  <a:pt x="1742975" y="448891"/>
                </a:lnTo>
                <a:lnTo>
                  <a:pt x="1752369" y="450329"/>
                </a:lnTo>
                <a:lnTo>
                  <a:pt x="1798996" y="450329"/>
                </a:lnTo>
                <a:lnTo>
                  <a:pt x="1820472" y="272713"/>
                </a:lnTo>
                <a:lnTo>
                  <a:pt x="1986094" y="272713"/>
                </a:lnTo>
                <a:lnTo>
                  <a:pt x="1977307" y="265657"/>
                </a:lnTo>
                <a:lnTo>
                  <a:pt x="1965286" y="258525"/>
                </a:lnTo>
                <a:lnTo>
                  <a:pt x="1951463" y="252466"/>
                </a:lnTo>
                <a:lnTo>
                  <a:pt x="1951463" y="251853"/>
                </a:lnTo>
                <a:lnTo>
                  <a:pt x="2001003" y="237435"/>
                </a:lnTo>
                <a:lnTo>
                  <a:pt x="2041041" y="213200"/>
                </a:lnTo>
                <a:lnTo>
                  <a:pt x="2056925" y="196635"/>
                </a:lnTo>
                <a:lnTo>
                  <a:pt x="1820472" y="196635"/>
                </a:lnTo>
                <a:lnTo>
                  <a:pt x="1820472" y="85280"/>
                </a:lnTo>
                <a:lnTo>
                  <a:pt x="2067637" y="85280"/>
                </a:lnTo>
                <a:lnTo>
                  <a:pt x="2065426" y="78224"/>
                </a:lnTo>
                <a:lnTo>
                  <a:pt x="2032759" y="39879"/>
                </a:lnTo>
                <a:lnTo>
                  <a:pt x="1976387" y="17792"/>
                </a:lnTo>
                <a:lnTo>
                  <a:pt x="1938599" y="12270"/>
                </a:lnTo>
                <a:lnTo>
                  <a:pt x="1894407" y="10430"/>
                </a:lnTo>
                <a:close/>
              </a:path>
              <a:path w="3794125" h="461010">
                <a:moveTo>
                  <a:pt x="1986094" y="272713"/>
                </a:moveTo>
                <a:lnTo>
                  <a:pt x="1843173" y="272713"/>
                </a:lnTo>
                <a:lnTo>
                  <a:pt x="1856384" y="273959"/>
                </a:lnTo>
                <a:lnTo>
                  <a:pt x="1869631" y="277698"/>
                </a:lnTo>
                <a:lnTo>
                  <a:pt x="1908684" y="302277"/>
                </a:lnTo>
                <a:lnTo>
                  <a:pt x="1995325" y="432230"/>
                </a:lnTo>
                <a:lnTo>
                  <a:pt x="2001080" y="440148"/>
                </a:lnTo>
                <a:lnTo>
                  <a:pt x="2007600" y="445804"/>
                </a:lnTo>
                <a:lnTo>
                  <a:pt x="2014885" y="449198"/>
                </a:lnTo>
                <a:lnTo>
                  <a:pt x="2022937" y="450329"/>
                </a:lnTo>
                <a:lnTo>
                  <a:pt x="2076318" y="450329"/>
                </a:lnTo>
                <a:lnTo>
                  <a:pt x="2087742" y="448680"/>
                </a:lnTo>
                <a:lnTo>
                  <a:pt x="2093492" y="443734"/>
                </a:lnTo>
                <a:lnTo>
                  <a:pt x="2093569" y="435489"/>
                </a:lnTo>
                <a:lnTo>
                  <a:pt x="2087972" y="423948"/>
                </a:lnTo>
                <a:lnTo>
                  <a:pt x="2020487" y="317500"/>
                </a:lnTo>
                <a:lnTo>
                  <a:pt x="1995943" y="283143"/>
                </a:lnTo>
                <a:lnTo>
                  <a:pt x="1987526" y="273863"/>
                </a:lnTo>
                <a:lnTo>
                  <a:pt x="1986094" y="272713"/>
                </a:lnTo>
                <a:close/>
              </a:path>
              <a:path w="3794125" h="461010">
                <a:moveTo>
                  <a:pt x="2067637" y="85280"/>
                </a:moveTo>
                <a:lnTo>
                  <a:pt x="1890103" y="85280"/>
                </a:lnTo>
                <a:lnTo>
                  <a:pt x="1912862" y="85912"/>
                </a:lnTo>
                <a:lnTo>
                  <a:pt x="1932667" y="87811"/>
                </a:lnTo>
                <a:lnTo>
                  <a:pt x="1974429" y="101768"/>
                </a:lnTo>
                <a:lnTo>
                  <a:pt x="1988582" y="138350"/>
                </a:lnTo>
                <a:lnTo>
                  <a:pt x="1986952" y="152519"/>
                </a:lnTo>
                <a:lnTo>
                  <a:pt x="1962509" y="182831"/>
                </a:lnTo>
                <a:lnTo>
                  <a:pt x="1903833" y="195772"/>
                </a:lnTo>
                <a:lnTo>
                  <a:pt x="1875381" y="196635"/>
                </a:lnTo>
                <a:lnTo>
                  <a:pt x="2056925" y="196635"/>
                </a:lnTo>
                <a:lnTo>
                  <a:pt x="2067498" y="179073"/>
                </a:lnTo>
                <a:lnTo>
                  <a:pt x="2074113" y="158270"/>
                </a:lnTo>
                <a:lnTo>
                  <a:pt x="2076318" y="134975"/>
                </a:lnTo>
                <a:lnTo>
                  <a:pt x="2073595" y="104299"/>
                </a:lnTo>
                <a:lnTo>
                  <a:pt x="2067637" y="85280"/>
                </a:lnTo>
                <a:close/>
              </a:path>
              <a:path w="3794125" h="461010">
                <a:moveTo>
                  <a:pt x="2202926" y="343575"/>
                </a:moveTo>
                <a:lnTo>
                  <a:pt x="2195085" y="346106"/>
                </a:lnTo>
                <a:lnTo>
                  <a:pt x="2188586" y="352778"/>
                </a:lnTo>
                <a:lnTo>
                  <a:pt x="2164964" y="388363"/>
                </a:lnTo>
                <a:lnTo>
                  <a:pt x="2161858" y="395706"/>
                </a:lnTo>
                <a:lnTo>
                  <a:pt x="2162357" y="403011"/>
                </a:lnTo>
                <a:lnTo>
                  <a:pt x="2205077" y="437062"/>
                </a:lnTo>
                <a:lnTo>
                  <a:pt x="2255638" y="454893"/>
                </a:lnTo>
                <a:lnTo>
                  <a:pt x="2299043" y="460107"/>
                </a:lnTo>
                <a:lnTo>
                  <a:pt x="2324488" y="460759"/>
                </a:lnTo>
                <a:lnTo>
                  <a:pt x="2342704" y="460165"/>
                </a:lnTo>
                <a:lnTo>
                  <a:pt x="2398727" y="451250"/>
                </a:lnTo>
                <a:lnTo>
                  <a:pt x="2435305" y="436371"/>
                </a:lnTo>
                <a:lnTo>
                  <a:pt x="2468358" y="410143"/>
                </a:lnTo>
                <a:lnTo>
                  <a:pt x="2484391" y="388363"/>
                </a:lnTo>
                <a:lnTo>
                  <a:pt x="2326017" y="388363"/>
                </a:lnTo>
                <a:lnTo>
                  <a:pt x="2310852" y="387576"/>
                </a:lnTo>
                <a:lnTo>
                  <a:pt x="2267432" y="375785"/>
                </a:lnTo>
                <a:lnTo>
                  <a:pt x="2231881" y="356977"/>
                </a:lnTo>
                <a:lnTo>
                  <a:pt x="2222638" y="350938"/>
                </a:lnTo>
                <a:lnTo>
                  <a:pt x="2212111" y="345186"/>
                </a:lnTo>
                <a:lnTo>
                  <a:pt x="2202926" y="343575"/>
                </a:lnTo>
                <a:close/>
              </a:path>
              <a:path w="3794125" h="461010">
                <a:moveTo>
                  <a:pt x="2333074" y="0"/>
                </a:moveTo>
                <a:lnTo>
                  <a:pt x="2278662" y="4831"/>
                </a:lnTo>
                <a:lnTo>
                  <a:pt x="2226857" y="22623"/>
                </a:lnTo>
                <a:lnTo>
                  <a:pt x="2197183" y="47548"/>
                </a:lnTo>
                <a:lnTo>
                  <a:pt x="2176474" y="80985"/>
                </a:lnTo>
                <a:lnTo>
                  <a:pt x="2169571" y="120558"/>
                </a:lnTo>
                <a:lnTo>
                  <a:pt x="2170300" y="137602"/>
                </a:lnTo>
                <a:lnTo>
                  <a:pt x="2181225" y="177923"/>
                </a:lnTo>
                <a:lnTo>
                  <a:pt x="2214052" y="216575"/>
                </a:lnTo>
                <a:lnTo>
                  <a:pt x="2248217" y="238202"/>
                </a:lnTo>
                <a:lnTo>
                  <a:pt x="2289358" y="253847"/>
                </a:lnTo>
                <a:lnTo>
                  <a:pt x="2332444" y="266443"/>
                </a:lnTo>
                <a:lnTo>
                  <a:pt x="2345271" y="270335"/>
                </a:lnTo>
                <a:lnTo>
                  <a:pt x="2381649" y="285086"/>
                </a:lnTo>
                <a:lnTo>
                  <a:pt x="2408234" y="321795"/>
                </a:lnTo>
                <a:lnTo>
                  <a:pt x="2408234" y="330998"/>
                </a:lnTo>
                <a:lnTo>
                  <a:pt x="2391996" y="370916"/>
                </a:lnTo>
                <a:lnTo>
                  <a:pt x="2347108" y="387136"/>
                </a:lnTo>
                <a:lnTo>
                  <a:pt x="2326017" y="388363"/>
                </a:lnTo>
                <a:lnTo>
                  <a:pt x="2484391" y="388363"/>
                </a:lnTo>
                <a:lnTo>
                  <a:pt x="2491823" y="373715"/>
                </a:lnTo>
                <a:lnTo>
                  <a:pt x="2497690" y="352337"/>
                </a:lnTo>
                <a:lnTo>
                  <a:pt x="2499645" y="328851"/>
                </a:lnTo>
                <a:lnTo>
                  <a:pt x="2498975" y="312860"/>
                </a:lnTo>
                <a:lnTo>
                  <a:pt x="2488912" y="271792"/>
                </a:lnTo>
                <a:lnTo>
                  <a:pt x="2462222" y="234060"/>
                </a:lnTo>
                <a:lnTo>
                  <a:pt x="2429728" y="213354"/>
                </a:lnTo>
                <a:lnTo>
                  <a:pt x="2392202" y="197095"/>
                </a:lnTo>
                <a:lnTo>
                  <a:pt x="2300761" y="167390"/>
                </a:lnTo>
                <a:lnTo>
                  <a:pt x="2293704" y="164629"/>
                </a:lnTo>
                <a:lnTo>
                  <a:pt x="2263978" y="140421"/>
                </a:lnTo>
                <a:lnTo>
                  <a:pt x="2259150" y="119024"/>
                </a:lnTo>
                <a:lnTo>
                  <a:pt x="2259878" y="110780"/>
                </a:lnTo>
                <a:lnTo>
                  <a:pt x="2283305" y="80678"/>
                </a:lnTo>
                <a:lnTo>
                  <a:pt x="2322052" y="72587"/>
                </a:lnTo>
                <a:lnTo>
                  <a:pt x="2330928" y="72395"/>
                </a:lnTo>
                <a:lnTo>
                  <a:pt x="2472224" y="72395"/>
                </a:lnTo>
                <a:lnTo>
                  <a:pt x="2475415" y="68101"/>
                </a:lnTo>
                <a:lnTo>
                  <a:pt x="2478502" y="61314"/>
                </a:lnTo>
                <a:lnTo>
                  <a:pt x="2477945" y="54143"/>
                </a:lnTo>
                <a:lnTo>
                  <a:pt x="2473747" y="46589"/>
                </a:lnTo>
                <a:lnTo>
                  <a:pt x="2441517" y="23467"/>
                </a:lnTo>
                <a:lnTo>
                  <a:pt x="2388580" y="6211"/>
                </a:lnTo>
                <a:lnTo>
                  <a:pt x="2351309" y="690"/>
                </a:lnTo>
                <a:lnTo>
                  <a:pt x="2333074" y="0"/>
                </a:lnTo>
                <a:close/>
              </a:path>
              <a:path w="3794125" h="461010">
                <a:moveTo>
                  <a:pt x="2472224" y="72395"/>
                </a:moveTo>
                <a:lnTo>
                  <a:pt x="2330928" y="72395"/>
                </a:lnTo>
                <a:lnTo>
                  <a:pt x="2343524" y="73105"/>
                </a:lnTo>
                <a:lnTo>
                  <a:pt x="2355852" y="75233"/>
                </a:lnTo>
                <a:lnTo>
                  <a:pt x="2400793" y="94559"/>
                </a:lnTo>
                <a:lnTo>
                  <a:pt x="2416820" y="104299"/>
                </a:lnTo>
                <a:lnTo>
                  <a:pt x="2426869" y="109533"/>
                </a:lnTo>
                <a:lnTo>
                  <a:pt x="2435842" y="110818"/>
                </a:lnTo>
                <a:lnTo>
                  <a:pt x="2443741" y="108153"/>
                </a:lnTo>
                <a:lnTo>
                  <a:pt x="2450568" y="101538"/>
                </a:lnTo>
                <a:lnTo>
                  <a:pt x="2472224" y="72395"/>
                </a:lnTo>
                <a:close/>
              </a:path>
              <a:path w="3794125" h="461010">
                <a:moveTo>
                  <a:pt x="2638311" y="10430"/>
                </a:moveTo>
                <a:lnTo>
                  <a:pt x="2591674" y="10430"/>
                </a:lnTo>
                <a:lnTo>
                  <a:pt x="2582281" y="11867"/>
                </a:lnTo>
                <a:lnTo>
                  <a:pt x="2575573" y="16181"/>
                </a:lnTo>
                <a:lnTo>
                  <a:pt x="2571549" y="23371"/>
                </a:lnTo>
                <a:lnTo>
                  <a:pt x="2570208" y="33436"/>
                </a:lnTo>
                <a:lnTo>
                  <a:pt x="2570208" y="427322"/>
                </a:lnTo>
                <a:lnTo>
                  <a:pt x="2571549" y="437388"/>
                </a:lnTo>
                <a:lnTo>
                  <a:pt x="2575573" y="444577"/>
                </a:lnTo>
                <a:lnTo>
                  <a:pt x="2582281" y="448891"/>
                </a:lnTo>
                <a:lnTo>
                  <a:pt x="2591674" y="450329"/>
                </a:lnTo>
                <a:lnTo>
                  <a:pt x="2638311" y="450329"/>
                </a:lnTo>
                <a:lnTo>
                  <a:pt x="2647703" y="448891"/>
                </a:lnTo>
                <a:lnTo>
                  <a:pt x="2654411" y="444577"/>
                </a:lnTo>
                <a:lnTo>
                  <a:pt x="2658435" y="437388"/>
                </a:lnTo>
                <a:lnTo>
                  <a:pt x="2659776" y="427322"/>
                </a:lnTo>
                <a:lnTo>
                  <a:pt x="2659776" y="259522"/>
                </a:lnTo>
                <a:lnTo>
                  <a:pt x="2914397" y="259522"/>
                </a:lnTo>
                <a:lnTo>
                  <a:pt x="2914397" y="183444"/>
                </a:lnTo>
                <a:lnTo>
                  <a:pt x="2659776" y="183444"/>
                </a:lnTo>
                <a:lnTo>
                  <a:pt x="2659776" y="33436"/>
                </a:lnTo>
                <a:lnTo>
                  <a:pt x="2658435" y="23371"/>
                </a:lnTo>
                <a:lnTo>
                  <a:pt x="2654411" y="16181"/>
                </a:lnTo>
                <a:lnTo>
                  <a:pt x="2647703" y="11867"/>
                </a:lnTo>
                <a:lnTo>
                  <a:pt x="2638311" y="10430"/>
                </a:lnTo>
                <a:close/>
              </a:path>
              <a:path w="3794125" h="461010">
                <a:moveTo>
                  <a:pt x="2914397" y="259522"/>
                </a:moveTo>
                <a:lnTo>
                  <a:pt x="2824818" y="259522"/>
                </a:lnTo>
                <a:lnTo>
                  <a:pt x="2824818" y="427322"/>
                </a:lnTo>
                <a:lnTo>
                  <a:pt x="2826161" y="437388"/>
                </a:lnTo>
                <a:lnTo>
                  <a:pt x="2830189" y="444577"/>
                </a:lnTo>
                <a:lnTo>
                  <a:pt x="2836900" y="448891"/>
                </a:lnTo>
                <a:lnTo>
                  <a:pt x="2846294" y="450329"/>
                </a:lnTo>
                <a:lnTo>
                  <a:pt x="2892921" y="450329"/>
                </a:lnTo>
                <a:lnTo>
                  <a:pt x="2902315" y="448891"/>
                </a:lnTo>
                <a:lnTo>
                  <a:pt x="2909026" y="444577"/>
                </a:lnTo>
                <a:lnTo>
                  <a:pt x="2913054" y="437388"/>
                </a:lnTo>
                <a:lnTo>
                  <a:pt x="2914397" y="427322"/>
                </a:lnTo>
                <a:lnTo>
                  <a:pt x="2914397" y="259522"/>
                </a:lnTo>
                <a:close/>
              </a:path>
              <a:path w="3794125" h="461010">
                <a:moveTo>
                  <a:pt x="2892921" y="10430"/>
                </a:moveTo>
                <a:lnTo>
                  <a:pt x="2846294" y="10430"/>
                </a:lnTo>
                <a:lnTo>
                  <a:pt x="2836900" y="11867"/>
                </a:lnTo>
                <a:lnTo>
                  <a:pt x="2830189" y="16181"/>
                </a:lnTo>
                <a:lnTo>
                  <a:pt x="2826161" y="23371"/>
                </a:lnTo>
                <a:lnTo>
                  <a:pt x="2824818" y="33436"/>
                </a:lnTo>
                <a:lnTo>
                  <a:pt x="2824818" y="183444"/>
                </a:lnTo>
                <a:lnTo>
                  <a:pt x="2914397" y="183444"/>
                </a:lnTo>
                <a:lnTo>
                  <a:pt x="2914397" y="33436"/>
                </a:lnTo>
                <a:lnTo>
                  <a:pt x="2913054" y="23371"/>
                </a:lnTo>
                <a:lnTo>
                  <a:pt x="2909026" y="16181"/>
                </a:lnTo>
                <a:lnTo>
                  <a:pt x="2902315" y="11867"/>
                </a:lnTo>
                <a:lnTo>
                  <a:pt x="2892921" y="10430"/>
                </a:lnTo>
                <a:close/>
              </a:path>
              <a:path w="3794125" h="461010">
                <a:moveTo>
                  <a:pt x="3206430" y="10430"/>
                </a:moveTo>
                <a:lnTo>
                  <a:pt x="3163489" y="10430"/>
                </a:lnTo>
                <a:lnTo>
                  <a:pt x="3154436" y="11983"/>
                </a:lnTo>
                <a:lnTo>
                  <a:pt x="2984332" y="430083"/>
                </a:lnTo>
                <a:lnTo>
                  <a:pt x="2982359" y="438941"/>
                </a:lnTo>
                <a:lnTo>
                  <a:pt x="2984104" y="445268"/>
                </a:lnTo>
                <a:lnTo>
                  <a:pt x="2989568" y="449064"/>
                </a:lnTo>
                <a:lnTo>
                  <a:pt x="2998750" y="450329"/>
                </a:lnTo>
                <a:lnTo>
                  <a:pt x="3047534" y="450329"/>
                </a:lnTo>
                <a:lnTo>
                  <a:pt x="3107040" y="346643"/>
                </a:lnTo>
                <a:lnTo>
                  <a:pt x="3353817" y="346643"/>
                </a:lnTo>
                <a:lnTo>
                  <a:pt x="3324851" y="270565"/>
                </a:lnTo>
                <a:lnTo>
                  <a:pt x="3135573" y="270565"/>
                </a:lnTo>
                <a:lnTo>
                  <a:pt x="3173300" y="173014"/>
                </a:lnTo>
                <a:lnTo>
                  <a:pt x="3183320" y="135078"/>
                </a:lnTo>
                <a:lnTo>
                  <a:pt x="3184347" y="124852"/>
                </a:lnTo>
                <a:lnTo>
                  <a:pt x="3269372" y="124852"/>
                </a:lnTo>
                <a:lnTo>
                  <a:pt x="3235267" y="35277"/>
                </a:lnTo>
                <a:lnTo>
                  <a:pt x="3229901" y="24406"/>
                </a:lnTo>
                <a:lnTo>
                  <a:pt x="3223306" y="16641"/>
                </a:lnTo>
                <a:lnTo>
                  <a:pt x="3215482" y="11983"/>
                </a:lnTo>
                <a:lnTo>
                  <a:pt x="3206430" y="10430"/>
                </a:lnTo>
                <a:close/>
              </a:path>
              <a:path w="3794125" h="461010">
                <a:moveTo>
                  <a:pt x="3353817" y="346643"/>
                </a:moveTo>
                <a:lnTo>
                  <a:pt x="3262878" y="346643"/>
                </a:lnTo>
                <a:lnTo>
                  <a:pt x="3294165" y="429162"/>
                </a:lnTo>
                <a:lnTo>
                  <a:pt x="3298921" y="438423"/>
                </a:lnTo>
                <a:lnTo>
                  <a:pt x="3305209" y="445038"/>
                </a:lnTo>
                <a:lnTo>
                  <a:pt x="3313033" y="449006"/>
                </a:lnTo>
                <a:lnTo>
                  <a:pt x="3322395" y="450329"/>
                </a:lnTo>
                <a:lnTo>
                  <a:pt x="3371168" y="450329"/>
                </a:lnTo>
                <a:lnTo>
                  <a:pt x="3380350" y="449064"/>
                </a:lnTo>
                <a:lnTo>
                  <a:pt x="3385814" y="445268"/>
                </a:lnTo>
                <a:lnTo>
                  <a:pt x="3387560" y="438941"/>
                </a:lnTo>
                <a:lnTo>
                  <a:pt x="3385587" y="430083"/>
                </a:lnTo>
                <a:lnTo>
                  <a:pt x="3353817" y="346643"/>
                </a:lnTo>
                <a:close/>
              </a:path>
              <a:path w="3794125" h="461010">
                <a:moveTo>
                  <a:pt x="3269372" y="124852"/>
                </a:moveTo>
                <a:lnTo>
                  <a:pt x="3185572" y="124852"/>
                </a:lnTo>
                <a:lnTo>
                  <a:pt x="3186598" y="135078"/>
                </a:lnTo>
                <a:lnTo>
                  <a:pt x="3196618" y="173014"/>
                </a:lnTo>
                <a:lnTo>
                  <a:pt x="3234345" y="270565"/>
                </a:lnTo>
                <a:lnTo>
                  <a:pt x="3324851" y="270565"/>
                </a:lnTo>
                <a:lnTo>
                  <a:pt x="3269372" y="124852"/>
                </a:lnTo>
                <a:close/>
              </a:path>
              <a:path w="3794125" h="461010">
                <a:moveTo>
                  <a:pt x="3507059" y="10430"/>
                </a:moveTo>
                <a:lnTo>
                  <a:pt x="3461658" y="10430"/>
                </a:lnTo>
                <a:lnTo>
                  <a:pt x="3452265" y="11867"/>
                </a:lnTo>
                <a:lnTo>
                  <a:pt x="3445557" y="16181"/>
                </a:lnTo>
                <a:lnTo>
                  <a:pt x="3441533" y="23371"/>
                </a:lnTo>
                <a:lnTo>
                  <a:pt x="3440192" y="33436"/>
                </a:lnTo>
                <a:lnTo>
                  <a:pt x="3440192" y="427322"/>
                </a:lnTo>
                <a:lnTo>
                  <a:pt x="3441533" y="437388"/>
                </a:lnTo>
                <a:lnTo>
                  <a:pt x="3445557" y="444577"/>
                </a:lnTo>
                <a:lnTo>
                  <a:pt x="3452265" y="448891"/>
                </a:lnTo>
                <a:lnTo>
                  <a:pt x="3461658" y="450329"/>
                </a:lnTo>
                <a:lnTo>
                  <a:pt x="3508284" y="450329"/>
                </a:lnTo>
                <a:lnTo>
                  <a:pt x="3517683" y="448891"/>
                </a:lnTo>
                <a:lnTo>
                  <a:pt x="3524394" y="444577"/>
                </a:lnTo>
                <a:lnTo>
                  <a:pt x="3528419" y="437388"/>
                </a:lnTo>
                <a:lnTo>
                  <a:pt x="3529760" y="427322"/>
                </a:lnTo>
                <a:lnTo>
                  <a:pt x="3529664" y="200623"/>
                </a:lnTo>
                <a:lnTo>
                  <a:pt x="3529377" y="191420"/>
                </a:lnTo>
                <a:lnTo>
                  <a:pt x="3528899" y="182217"/>
                </a:lnTo>
                <a:lnTo>
                  <a:pt x="3528231" y="173014"/>
                </a:lnTo>
                <a:lnTo>
                  <a:pt x="3634812" y="173014"/>
                </a:lnTo>
                <a:lnTo>
                  <a:pt x="3546943" y="31903"/>
                </a:lnTo>
                <a:lnTo>
                  <a:pt x="3539386" y="22509"/>
                </a:lnTo>
                <a:lnTo>
                  <a:pt x="3530221" y="15798"/>
                </a:lnTo>
                <a:lnTo>
                  <a:pt x="3519446" y="11772"/>
                </a:lnTo>
                <a:lnTo>
                  <a:pt x="3507059" y="10430"/>
                </a:lnTo>
                <a:close/>
              </a:path>
              <a:path w="3794125" h="461010">
                <a:moveTo>
                  <a:pt x="3634812" y="173014"/>
                </a:moveTo>
                <a:lnTo>
                  <a:pt x="3530378" y="173014"/>
                </a:lnTo>
                <a:lnTo>
                  <a:pt x="3689891" y="428856"/>
                </a:lnTo>
                <a:lnTo>
                  <a:pt x="3729775" y="450329"/>
                </a:lnTo>
                <a:lnTo>
                  <a:pt x="3772109" y="450329"/>
                </a:lnTo>
                <a:lnTo>
                  <a:pt x="3781503" y="448891"/>
                </a:lnTo>
                <a:lnTo>
                  <a:pt x="3788214" y="444577"/>
                </a:lnTo>
                <a:lnTo>
                  <a:pt x="3792242" y="437388"/>
                </a:lnTo>
                <a:lnTo>
                  <a:pt x="3793585" y="427322"/>
                </a:lnTo>
                <a:lnTo>
                  <a:pt x="3793585" y="283143"/>
                </a:lnTo>
                <a:lnTo>
                  <a:pt x="3703388" y="283143"/>
                </a:lnTo>
                <a:lnTo>
                  <a:pt x="3634812" y="173014"/>
                </a:lnTo>
                <a:close/>
              </a:path>
              <a:path w="3794125" h="461010">
                <a:moveTo>
                  <a:pt x="3772109" y="10430"/>
                </a:moveTo>
                <a:lnTo>
                  <a:pt x="3725482" y="10430"/>
                </a:lnTo>
                <a:lnTo>
                  <a:pt x="3716083" y="11867"/>
                </a:lnTo>
                <a:lnTo>
                  <a:pt x="3709373" y="16181"/>
                </a:lnTo>
                <a:lnTo>
                  <a:pt x="3705347" y="23371"/>
                </a:lnTo>
                <a:lnTo>
                  <a:pt x="3704210" y="31903"/>
                </a:lnTo>
                <a:lnTo>
                  <a:pt x="3704102" y="255534"/>
                </a:lnTo>
                <a:lnTo>
                  <a:pt x="3704390" y="264737"/>
                </a:lnTo>
                <a:lnTo>
                  <a:pt x="3704868" y="273940"/>
                </a:lnTo>
                <a:lnTo>
                  <a:pt x="3705535" y="283143"/>
                </a:lnTo>
                <a:lnTo>
                  <a:pt x="3793585" y="283143"/>
                </a:lnTo>
                <a:lnTo>
                  <a:pt x="3793585" y="33436"/>
                </a:lnTo>
                <a:lnTo>
                  <a:pt x="3792242" y="23371"/>
                </a:lnTo>
                <a:lnTo>
                  <a:pt x="3788214" y="16181"/>
                </a:lnTo>
                <a:lnTo>
                  <a:pt x="3781503" y="11867"/>
                </a:lnTo>
                <a:lnTo>
                  <a:pt x="3772109" y="10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8599" y="3068593"/>
            <a:ext cx="1731645" cy="219710"/>
          </a:xfrm>
          <a:custGeom>
            <a:avLst/>
            <a:gdLst/>
            <a:ahLst/>
            <a:cxnLst/>
            <a:rect l="l" t="t" r="r" b="b"/>
            <a:pathLst>
              <a:path w="1731645" h="219710">
                <a:moveTo>
                  <a:pt x="88583" y="23559"/>
                </a:moveTo>
                <a:lnTo>
                  <a:pt x="59998" y="23559"/>
                </a:lnTo>
                <a:lnTo>
                  <a:pt x="59998" y="219260"/>
                </a:lnTo>
                <a:lnTo>
                  <a:pt x="88583" y="219260"/>
                </a:lnTo>
                <a:lnTo>
                  <a:pt x="88583" y="23559"/>
                </a:lnTo>
                <a:close/>
              </a:path>
              <a:path w="1731645" h="219710">
                <a:moveTo>
                  <a:pt x="148267" y="314"/>
                </a:moveTo>
                <a:lnTo>
                  <a:pt x="0" y="314"/>
                </a:lnTo>
                <a:lnTo>
                  <a:pt x="0" y="23559"/>
                </a:lnTo>
                <a:lnTo>
                  <a:pt x="148267" y="23559"/>
                </a:lnTo>
                <a:lnTo>
                  <a:pt x="148267" y="314"/>
                </a:lnTo>
                <a:close/>
              </a:path>
              <a:path w="1731645" h="219710">
                <a:moveTo>
                  <a:pt x="301252" y="0"/>
                </a:moveTo>
                <a:lnTo>
                  <a:pt x="183455" y="0"/>
                </a:lnTo>
                <a:lnTo>
                  <a:pt x="183455" y="219260"/>
                </a:lnTo>
                <a:lnTo>
                  <a:pt x="301252" y="219260"/>
                </a:lnTo>
                <a:lnTo>
                  <a:pt x="301252" y="195700"/>
                </a:lnTo>
                <a:lnTo>
                  <a:pt x="212040" y="195700"/>
                </a:lnTo>
                <a:lnTo>
                  <a:pt x="212040" y="120310"/>
                </a:lnTo>
                <a:lnTo>
                  <a:pt x="291828" y="120310"/>
                </a:lnTo>
                <a:lnTo>
                  <a:pt x="291828" y="96751"/>
                </a:lnTo>
                <a:lnTo>
                  <a:pt x="212040" y="96751"/>
                </a:lnTo>
                <a:lnTo>
                  <a:pt x="212040" y="23559"/>
                </a:lnTo>
                <a:lnTo>
                  <a:pt x="301252" y="23559"/>
                </a:lnTo>
                <a:lnTo>
                  <a:pt x="301252" y="0"/>
                </a:lnTo>
                <a:close/>
              </a:path>
              <a:path w="1731645" h="219710">
                <a:moveTo>
                  <a:pt x="442827" y="1570"/>
                </a:moveTo>
                <a:lnTo>
                  <a:pt x="409844" y="1570"/>
                </a:lnTo>
                <a:lnTo>
                  <a:pt x="330684" y="219260"/>
                </a:lnTo>
                <a:lnTo>
                  <a:pt x="360840" y="219260"/>
                </a:lnTo>
                <a:lnTo>
                  <a:pt x="378431" y="170570"/>
                </a:lnTo>
                <a:lnTo>
                  <a:pt x="504038" y="170570"/>
                </a:lnTo>
                <a:lnTo>
                  <a:pt x="495618" y="147325"/>
                </a:lnTo>
                <a:lnTo>
                  <a:pt x="386598" y="147325"/>
                </a:lnTo>
                <a:lnTo>
                  <a:pt x="426178" y="36752"/>
                </a:lnTo>
                <a:lnTo>
                  <a:pt x="455570" y="36752"/>
                </a:lnTo>
                <a:lnTo>
                  <a:pt x="442827" y="1570"/>
                </a:lnTo>
                <a:close/>
              </a:path>
              <a:path w="1731645" h="219710">
                <a:moveTo>
                  <a:pt x="504038" y="170570"/>
                </a:moveTo>
                <a:lnTo>
                  <a:pt x="473925" y="170570"/>
                </a:lnTo>
                <a:lnTo>
                  <a:pt x="491516" y="219260"/>
                </a:lnTo>
                <a:lnTo>
                  <a:pt x="521673" y="219260"/>
                </a:lnTo>
                <a:lnTo>
                  <a:pt x="504038" y="170570"/>
                </a:lnTo>
                <a:close/>
              </a:path>
              <a:path w="1731645" h="219710">
                <a:moveTo>
                  <a:pt x="455570" y="36752"/>
                </a:moveTo>
                <a:lnTo>
                  <a:pt x="426178" y="36752"/>
                </a:lnTo>
                <a:lnTo>
                  <a:pt x="465758" y="147325"/>
                </a:lnTo>
                <a:lnTo>
                  <a:pt x="495618" y="147325"/>
                </a:lnTo>
                <a:lnTo>
                  <a:pt x="455570" y="36752"/>
                </a:lnTo>
                <a:close/>
              </a:path>
              <a:path w="1731645" h="219710">
                <a:moveTo>
                  <a:pt x="586958" y="1884"/>
                </a:moveTo>
                <a:lnTo>
                  <a:pt x="556173" y="1884"/>
                </a:lnTo>
                <a:lnTo>
                  <a:pt x="556173" y="219260"/>
                </a:lnTo>
                <a:lnTo>
                  <a:pt x="584759" y="219260"/>
                </a:lnTo>
                <a:lnTo>
                  <a:pt x="584759" y="56856"/>
                </a:lnTo>
                <a:lnTo>
                  <a:pt x="611560" y="56856"/>
                </a:lnTo>
                <a:lnTo>
                  <a:pt x="586958" y="1884"/>
                </a:lnTo>
                <a:close/>
              </a:path>
              <a:path w="1731645" h="219710">
                <a:moveTo>
                  <a:pt x="611560" y="56856"/>
                </a:moveTo>
                <a:lnTo>
                  <a:pt x="584759" y="56856"/>
                </a:lnTo>
                <a:lnTo>
                  <a:pt x="657322" y="219260"/>
                </a:lnTo>
                <a:lnTo>
                  <a:pt x="677426" y="219260"/>
                </a:lnTo>
                <a:lnTo>
                  <a:pt x="694228" y="181565"/>
                </a:lnTo>
                <a:lnTo>
                  <a:pt x="667374" y="181565"/>
                </a:lnTo>
                <a:lnTo>
                  <a:pt x="611560" y="56856"/>
                </a:lnTo>
                <a:close/>
              </a:path>
              <a:path w="1731645" h="219710">
                <a:moveTo>
                  <a:pt x="778261" y="57171"/>
                </a:moveTo>
                <a:lnTo>
                  <a:pt x="749675" y="57171"/>
                </a:lnTo>
                <a:lnTo>
                  <a:pt x="749675" y="219260"/>
                </a:lnTo>
                <a:lnTo>
                  <a:pt x="778261" y="219260"/>
                </a:lnTo>
                <a:lnTo>
                  <a:pt x="778261" y="57171"/>
                </a:lnTo>
                <a:close/>
              </a:path>
              <a:path w="1731645" h="219710">
                <a:moveTo>
                  <a:pt x="778261" y="1884"/>
                </a:moveTo>
                <a:lnTo>
                  <a:pt x="747790" y="1884"/>
                </a:lnTo>
                <a:lnTo>
                  <a:pt x="667374" y="181565"/>
                </a:lnTo>
                <a:lnTo>
                  <a:pt x="694228" y="181565"/>
                </a:lnTo>
                <a:lnTo>
                  <a:pt x="749675" y="57171"/>
                </a:lnTo>
                <a:lnTo>
                  <a:pt x="778261" y="57171"/>
                </a:lnTo>
                <a:lnTo>
                  <a:pt x="778261" y="1884"/>
                </a:lnTo>
                <a:close/>
              </a:path>
              <a:path w="1731645" h="219710">
                <a:moveTo>
                  <a:pt x="939071" y="0"/>
                </a:moveTo>
                <a:lnTo>
                  <a:pt x="910486" y="0"/>
                </a:lnTo>
                <a:lnTo>
                  <a:pt x="910486" y="219260"/>
                </a:lnTo>
                <a:lnTo>
                  <a:pt x="939071" y="219260"/>
                </a:lnTo>
                <a:lnTo>
                  <a:pt x="939071" y="44920"/>
                </a:lnTo>
                <a:lnTo>
                  <a:pt x="968748" y="44920"/>
                </a:lnTo>
                <a:lnTo>
                  <a:pt x="939071" y="0"/>
                </a:lnTo>
                <a:close/>
              </a:path>
              <a:path w="1731645" h="219710">
                <a:moveTo>
                  <a:pt x="968748" y="44920"/>
                </a:moveTo>
                <a:lnTo>
                  <a:pt x="939071" y="44920"/>
                </a:lnTo>
                <a:lnTo>
                  <a:pt x="1054041" y="219260"/>
                </a:lnTo>
                <a:lnTo>
                  <a:pt x="1082626" y="219260"/>
                </a:lnTo>
                <a:lnTo>
                  <a:pt x="1082626" y="174026"/>
                </a:lnTo>
                <a:lnTo>
                  <a:pt x="1054041" y="174026"/>
                </a:lnTo>
                <a:lnTo>
                  <a:pt x="968748" y="44920"/>
                </a:lnTo>
                <a:close/>
              </a:path>
              <a:path w="1731645" h="219710">
                <a:moveTo>
                  <a:pt x="1082626" y="0"/>
                </a:moveTo>
                <a:lnTo>
                  <a:pt x="1054041" y="0"/>
                </a:lnTo>
                <a:lnTo>
                  <a:pt x="1054041" y="174026"/>
                </a:lnTo>
                <a:lnTo>
                  <a:pt x="1082626" y="174026"/>
                </a:lnTo>
                <a:lnTo>
                  <a:pt x="1082626" y="0"/>
                </a:lnTo>
                <a:close/>
              </a:path>
              <a:path w="1731645" h="219710">
                <a:moveTo>
                  <a:pt x="1229679" y="1570"/>
                </a:moveTo>
                <a:lnTo>
                  <a:pt x="1196696" y="1570"/>
                </a:lnTo>
                <a:lnTo>
                  <a:pt x="1117536" y="219260"/>
                </a:lnTo>
                <a:lnTo>
                  <a:pt x="1147692" y="219260"/>
                </a:lnTo>
                <a:lnTo>
                  <a:pt x="1165283" y="170570"/>
                </a:lnTo>
                <a:lnTo>
                  <a:pt x="1290890" y="170570"/>
                </a:lnTo>
                <a:lnTo>
                  <a:pt x="1282471" y="147325"/>
                </a:lnTo>
                <a:lnTo>
                  <a:pt x="1173451" y="147325"/>
                </a:lnTo>
                <a:lnTo>
                  <a:pt x="1213031" y="36752"/>
                </a:lnTo>
                <a:lnTo>
                  <a:pt x="1242422" y="36752"/>
                </a:lnTo>
                <a:lnTo>
                  <a:pt x="1229679" y="1570"/>
                </a:lnTo>
                <a:close/>
              </a:path>
              <a:path w="1731645" h="219710">
                <a:moveTo>
                  <a:pt x="1290890" y="170570"/>
                </a:moveTo>
                <a:lnTo>
                  <a:pt x="1260778" y="170570"/>
                </a:lnTo>
                <a:lnTo>
                  <a:pt x="1278369" y="219260"/>
                </a:lnTo>
                <a:lnTo>
                  <a:pt x="1308525" y="219260"/>
                </a:lnTo>
                <a:lnTo>
                  <a:pt x="1290890" y="170570"/>
                </a:lnTo>
                <a:close/>
              </a:path>
              <a:path w="1731645" h="219710">
                <a:moveTo>
                  <a:pt x="1242422" y="36752"/>
                </a:moveTo>
                <a:lnTo>
                  <a:pt x="1213031" y="36752"/>
                </a:lnTo>
                <a:lnTo>
                  <a:pt x="1252611" y="147325"/>
                </a:lnTo>
                <a:lnTo>
                  <a:pt x="1282471" y="147325"/>
                </a:lnTo>
                <a:lnTo>
                  <a:pt x="1242422" y="36752"/>
                </a:lnTo>
                <a:close/>
              </a:path>
              <a:path w="1731645" h="219710">
                <a:moveTo>
                  <a:pt x="1373811" y="1884"/>
                </a:moveTo>
                <a:lnTo>
                  <a:pt x="1343027" y="1884"/>
                </a:lnTo>
                <a:lnTo>
                  <a:pt x="1343027" y="219260"/>
                </a:lnTo>
                <a:lnTo>
                  <a:pt x="1371612" y="219260"/>
                </a:lnTo>
                <a:lnTo>
                  <a:pt x="1371612" y="56856"/>
                </a:lnTo>
                <a:lnTo>
                  <a:pt x="1398414" y="56856"/>
                </a:lnTo>
                <a:lnTo>
                  <a:pt x="1373811" y="1884"/>
                </a:lnTo>
                <a:close/>
              </a:path>
              <a:path w="1731645" h="219710">
                <a:moveTo>
                  <a:pt x="1398414" y="56856"/>
                </a:moveTo>
                <a:lnTo>
                  <a:pt x="1371612" y="56856"/>
                </a:lnTo>
                <a:lnTo>
                  <a:pt x="1444175" y="219260"/>
                </a:lnTo>
                <a:lnTo>
                  <a:pt x="1464280" y="219260"/>
                </a:lnTo>
                <a:lnTo>
                  <a:pt x="1481082" y="181565"/>
                </a:lnTo>
                <a:lnTo>
                  <a:pt x="1454227" y="181565"/>
                </a:lnTo>
                <a:lnTo>
                  <a:pt x="1398414" y="56856"/>
                </a:lnTo>
                <a:close/>
              </a:path>
              <a:path w="1731645" h="219710">
                <a:moveTo>
                  <a:pt x="1565114" y="57171"/>
                </a:moveTo>
                <a:lnTo>
                  <a:pt x="1536529" y="57171"/>
                </a:lnTo>
                <a:lnTo>
                  <a:pt x="1536529" y="219260"/>
                </a:lnTo>
                <a:lnTo>
                  <a:pt x="1565114" y="219260"/>
                </a:lnTo>
                <a:lnTo>
                  <a:pt x="1565114" y="57171"/>
                </a:lnTo>
                <a:close/>
              </a:path>
              <a:path w="1731645" h="219710">
                <a:moveTo>
                  <a:pt x="1565114" y="1884"/>
                </a:moveTo>
                <a:lnTo>
                  <a:pt x="1534644" y="1884"/>
                </a:lnTo>
                <a:lnTo>
                  <a:pt x="1454227" y="181565"/>
                </a:lnTo>
                <a:lnTo>
                  <a:pt x="1481082" y="181565"/>
                </a:lnTo>
                <a:lnTo>
                  <a:pt x="1536529" y="57171"/>
                </a:lnTo>
                <a:lnTo>
                  <a:pt x="1565114" y="57171"/>
                </a:lnTo>
                <a:lnTo>
                  <a:pt x="1565114" y="1884"/>
                </a:lnTo>
                <a:close/>
              </a:path>
              <a:path w="1731645" h="219710">
                <a:moveTo>
                  <a:pt x="1731381" y="0"/>
                </a:moveTo>
                <a:lnTo>
                  <a:pt x="1613584" y="0"/>
                </a:lnTo>
                <a:lnTo>
                  <a:pt x="1613584" y="219260"/>
                </a:lnTo>
                <a:lnTo>
                  <a:pt x="1731381" y="219260"/>
                </a:lnTo>
                <a:lnTo>
                  <a:pt x="1731381" y="195700"/>
                </a:lnTo>
                <a:lnTo>
                  <a:pt x="1642169" y="195700"/>
                </a:lnTo>
                <a:lnTo>
                  <a:pt x="1642169" y="120310"/>
                </a:lnTo>
                <a:lnTo>
                  <a:pt x="1721968" y="120310"/>
                </a:lnTo>
                <a:lnTo>
                  <a:pt x="1721968" y="96751"/>
                </a:lnTo>
                <a:lnTo>
                  <a:pt x="1642169" y="96751"/>
                </a:lnTo>
                <a:lnTo>
                  <a:pt x="1642169" y="23559"/>
                </a:lnTo>
                <a:lnTo>
                  <a:pt x="1731381" y="23559"/>
                </a:lnTo>
                <a:lnTo>
                  <a:pt x="17313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8599" y="4890527"/>
            <a:ext cx="1951989" cy="219710"/>
          </a:xfrm>
          <a:custGeom>
            <a:avLst/>
            <a:gdLst/>
            <a:ahLst/>
            <a:cxnLst/>
            <a:rect l="l" t="t" r="r" b="b"/>
            <a:pathLst>
              <a:path w="1951989" h="219710">
                <a:moveTo>
                  <a:pt x="88583" y="23559"/>
                </a:moveTo>
                <a:lnTo>
                  <a:pt x="59998" y="23559"/>
                </a:lnTo>
                <a:lnTo>
                  <a:pt x="59998" y="219260"/>
                </a:lnTo>
                <a:lnTo>
                  <a:pt x="88583" y="219260"/>
                </a:lnTo>
                <a:lnTo>
                  <a:pt x="88583" y="23559"/>
                </a:lnTo>
                <a:close/>
              </a:path>
              <a:path w="1951989" h="219710">
                <a:moveTo>
                  <a:pt x="148267" y="314"/>
                </a:moveTo>
                <a:lnTo>
                  <a:pt x="0" y="314"/>
                </a:lnTo>
                <a:lnTo>
                  <a:pt x="0" y="23559"/>
                </a:lnTo>
                <a:lnTo>
                  <a:pt x="148267" y="23559"/>
                </a:lnTo>
                <a:lnTo>
                  <a:pt x="148267" y="314"/>
                </a:lnTo>
                <a:close/>
              </a:path>
              <a:path w="1951989" h="219710">
                <a:moveTo>
                  <a:pt x="301252" y="0"/>
                </a:moveTo>
                <a:lnTo>
                  <a:pt x="183455" y="0"/>
                </a:lnTo>
                <a:lnTo>
                  <a:pt x="183455" y="219260"/>
                </a:lnTo>
                <a:lnTo>
                  <a:pt x="301252" y="219260"/>
                </a:lnTo>
                <a:lnTo>
                  <a:pt x="301252" y="195700"/>
                </a:lnTo>
                <a:lnTo>
                  <a:pt x="212040" y="195700"/>
                </a:lnTo>
                <a:lnTo>
                  <a:pt x="212040" y="120310"/>
                </a:lnTo>
                <a:lnTo>
                  <a:pt x="291828" y="120310"/>
                </a:lnTo>
                <a:lnTo>
                  <a:pt x="291828" y="96751"/>
                </a:lnTo>
                <a:lnTo>
                  <a:pt x="212040" y="96751"/>
                </a:lnTo>
                <a:lnTo>
                  <a:pt x="212040" y="23559"/>
                </a:lnTo>
                <a:lnTo>
                  <a:pt x="301252" y="23559"/>
                </a:lnTo>
                <a:lnTo>
                  <a:pt x="301252" y="0"/>
                </a:lnTo>
                <a:close/>
              </a:path>
              <a:path w="1951989" h="219710">
                <a:moveTo>
                  <a:pt x="442827" y="1570"/>
                </a:moveTo>
                <a:lnTo>
                  <a:pt x="409844" y="1570"/>
                </a:lnTo>
                <a:lnTo>
                  <a:pt x="330684" y="219260"/>
                </a:lnTo>
                <a:lnTo>
                  <a:pt x="360840" y="219260"/>
                </a:lnTo>
                <a:lnTo>
                  <a:pt x="378431" y="170570"/>
                </a:lnTo>
                <a:lnTo>
                  <a:pt x="504038" y="170570"/>
                </a:lnTo>
                <a:lnTo>
                  <a:pt x="495618" y="147325"/>
                </a:lnTo>
                <a:lnTo>
                  <a:pt x="386598" y="147325"/>
                </a:lnTo>
                <a:lnTo>
                  <a:pt x="426178" y="36752"/>
                </a:lnTo>
                <a:lnTo>
                  <a:pt x="455570" y="36752"/>
                </a:lnTo>
                <a:lnTo>
                  <a:pt x="442827" y="1570"/>
                </a:lnTo>
                <a:close/>
              </a:path>
              <a:path w="1951989" h="219710">
                <a:moveTo>
                  <a:pt x="504038" y="170570"/>
                </a:moveTo>
                <a:lnTo>
                  <a:pt x="473925" y="170570"/>
                </a:lnTo>
                <a:lnTo>
                  <a:pt x="491516" y="219260"/>
                </a:lnTo>
                <a:lnTo>
                  <a:pt x="521673" y="219260"/>
                </a:lnTo>
                <a:lnTo>
                  <a:pt x="504038" y="170570"/>
                </a:lnTo>
                <a:close/>
              </a:path>
              <a:path w="1951989" h="219710">
                <a:moveTo>
                  <a:pt x="455570" y="36752"/>
                </a:moveTo>
                <a:lnTo>
                  <a:pt x="426178" y="36752"/>
                </a:lnTo>
                <a:lnTo>
                  <a:pt x="465758" y="147325"/>
                </a:lnTo>
                <a:lnTo>
                  <a:pt x="495618" y="147325"/>
                </a:lnTo>
                <a:lnTo>
                  <a:pt x="455570" y="36752"/>
                </a:lnTo>
                <a:close/>
              </a:path>
              <a:path w="1951989" h="219710">
                <a:moveTo>
                  <a:pt x="586958" y="1884"/>
                </a:moveTo>
                <a:lnTo>
                  <a:pt x="556173" y="1884"/>
                </a:lnTo>
                <a:lnTo>
                  <a:pt x="556173" y="219260"/>
                </a:lnTo>
                <a:lnTo>
                  <a:pt x="584759" y="219260"/>
                </a:lnTo>
                <a:lnTo>
                  <a:pt x="584759" y="56856"/>
                </a:lnTo>
                <a:lnTo>
                  <a:pt x="611560" y="56856"/>
                </a:lnTo>
                <a:lnTo>
                  <a:pt x="586958" y="1884"/>
                </a:lnTo>
                <a:close/>
              </a:path>
              <a:path w="1951989" h="219710">
                <a:moveTo>
                  <a:pt x="611560" y="56856"/>
                </a:moveTo>
                <a:lnTo>
                  <a:pt x="584759" y="56856"/>
                </a:lnTo>
                <a:lnTo>
                  <a:pt x="657322" y="219260"/>
                </a:lnTo>
                <a:lnTo>
                  <a:pt x="677426" y="219260"/>
                </a:lnTo>
                <a:lnTo>
                  <a:pt x="694228" y="181565"/>
                </a:lnTo>
                <a:lnTo>
                  <a:pt x="667374" y="181565"/>
                </a:lnTo>
                <a:lnTo>
                  <a:pt x="611560" y="56856"/>
                </a:lnTo>
                <a:close/>
              </a:path>
              <a:path w="1951989" h="219710">
                <a:moveTo>
                  <a:pt x="778261" y="57171"/>
                </a:moveTo>
                <a:lnTo>
                  <a:pt x="749675" y="57171"/>
                </a:lnTo>
                <a:lnTo>
                  <a:pt x="749675" y="219260"/>
                </a:lnTo>
                <a:lnTo>
                  <a:pt x="778261" y="219260"/>
                </a:lnTo>
                <a:lnTo>
                  <a:pt x="778261" y="57171"/>
                </a:lnTo>
                <a:close/>
              </a:path>
              <a:path w="1951989" h="219710">
                <a:moveTo>
                  <a:pt x="778261" y="1884"/>
                </a:moveTo>
                <a:lnTo>
                  <a:pt x="747790" y="1884"/>
                </a:lnTo>
                <a:lnTo>
                  <a:pt x="667374" y="181565"/>
                </a:lnTo>
                <a:lnTo>
                  <a:pt x="694228" y="181565"/>
                </a:lnTo>
                <a:lnTo>
                  <a:pt x="749675" y="57171"/>
                </a:lnTo>
                <a:lnTo>
                  <a:pt x="778261" y="57171"/>
                </a:lnTo>
                <a:lnTo>
                  <a:pt x="778261" y="1884"/>
                </a:lnTo>
                <a:close/>
              </a:path>
              <a:path w="1951989" h="219710">
                <a:moveTo>
                  <a:pt x="939071" y="314"/>
                </a:moveTo>
                <a:lnTo>
                  <a:pt x="910486" y="314"/>
                </a:lnTo>
                <a:lnTo>
                  <a:pt x="910486" y="219260"/>
                </a:lnTo>
                <a:lnTo>
                  <a:pt x="1015718" y="219260"/>
                </a:lnTo>
                <a:lnTo>
                  <a:pt x="1015718" y="196014"/>
                </a:lnTo>
                <a:lnTo>
                  <a:pt x="939071" y="196014"/>
                </a:lnTo>
                <a:lnTo>
                  <a:pt x="939071" y="314"/>
                </a:lnTo>
                <a:close/>
              </a:path>
              <a:path w="1951989" h="219710">
                <a:moveTo>
                  <a:pt x="1163870" y="0"/>
                </a:moveTo>
                <a:lnTo>
                  <a:pt x="1046072" y="0"/>
                </a:lnTo>
                <a:lnTo>
                  <a:pt x="1046072" y="219260"/>
                </a:lnTo>
                <a:lnTo>
                  <a:pt x="1163870" y="219260"/>
                </a:lnTo>
                <a:lnTo>
                  <a:pt x="1163870" y="195700"/>
                </a:lnTo>
                <a:lnTo>
                  <a:pt x="1074658" y="195700"/>
                </a:lnTo>
                <a:lnTo>
                  <a:pt x="1074658" y="120310"/>
                </a:lnTo>
                <a:lnTo>
                  <a:pt x="1154446" y="120310"/>
                </a:lnTo>
                <a:lnTo>
                  <a:pt x="1154446" y="96751"/>
                </a:lnTo>
                <a:lnTo>
                  <a:pt x="1074658" y="96751"/>
                </a:lnTo>
                <a:lnTo>
                  <a:pt x="1074658" y="23559"/>
                </a:lnTo>
                <a:lnTo>
                  <a:pt x="1163870" y="23559"/>
                </a:lnTo>
                <a:lnTo>
                  <a:pt x="1163870" y="0"/>
                </a:lnTo>
                <a:close/>
              </a:path>
              <a:path w="1951989" h="219710">
                <a:moveTo>
                  <a:pt x="1305447" y="1570"/>
                </a:moveTo>
                <a:lnTo>
                  <a:pt x="1272463" y="1570"/>
                </a:lnTo>
                <a:lnTo>
                  <a:pt x="1193303" y="219260"/>
                </a:lnTo>
                <a:lnTo>
                  <a:pt x="1223460" y="219260"/>
                </a:lnTo>
                <a:lnTo>
                  <a:pt x="1241051" y="170570"/>
                </a:lnTo>
                <a:lnTo>
                  <a:pt x="1366657" y="170570"/>
                </a:lnTo>
                <a:lnTo>
                  <a:pt x="1358238" y="147325"/>
                </a:lnTo>
                <a:lnTo>
                  <a:pt x="1249218" y="147325"/>
                </a:lnTo>
                <a:lnTo>
                  <a:pt x="1288798" y="36752"/>
                </a:lnTo>
                <a:lnTo>
                  <a:pt x="1318189" y="36752"/>
                </a:lnTo>
                <a:lnTo>
                  <a:pt x="1305447" y="1570"/>
                </a:lnTo>
                <a:close/>
              </a:path>
              <a:path w="1951989" h="219710">
                <a:moveTo>
                  <a:pt x="1366657" y="170570"/>
                </a:moveTo>
                <a:lnTo>
                  <a:pt x="1336545" y="170570"/>
                </a:lnTo>
                <a:lnTo>
                  <a:pt x="1354136" y="219260"/>
                </a:lnTo>
                <a:lnTo>
                  <a:pt x="1384292" y="219260"/>
                </a:lnTo>
                <a:lnTo>
                  <a:pt x="1366657" y="170570"/>
                </a:lnTo>
                <a:close/>
              </a:path>
              <a:path w="1951989" h="219710">
                <a:moveTo>
                  <a:pt x="1318189" y="36752"/>
                </a:moveTo>
                <a:lnTo>
                  <a:pt x="1288798" y="36752"/>
                </a:lnTo>
                <a:lnTo>
                  <a:pt x="1328378" y="147325"/>
                </a:lnTo>
                <a:lnTo>
                  <a:pt x="1358238" y="147325"/>
                </a:lnTo>
                <a:lnTo>
                  <a:pt x="1318189" y="36752"/>
                </a:lnTo>
                <a:close/>
              </a:path>
              <a:path w="1951989" h="219710">
                <a:moveTo>
                  <a:pt x="1486959" y="314"/>
                </a:moveTo>
                <a:lnTo>
                  <a:pt x="1418794" y="314"/>
                </a:lnTo>
                <a:lnTo>
                  <a:pt x="1418794" y="219260"/>
                </a:lnTo>
                <a:lnTo>
                  <a:pt x="1486959" y="219260"/>
                </a:lnTo>
                <a:lnTo>
                  <a:pt x="1504256" y="218455"/>
                </a:lnTo>
                <a:lnTo>
                  <a:pt x="1548842" y="206381"/>
                </a:lnTo>
                <a:lnTo>
                  <a:pt x="1565449" y="195700"/>
                </a:lnTo>
                <a:lnTo>
                  <a:pt x="1447380" y="195700"/>
                </a:lnTo>
                <a:lnTo>
                  <a:pt x="1447380" y="23559"/>
                </a:lnTo>
                <a:lnTo>
                  <a:pt x="1564232" y="23559"/>
                </a:lnTo>
                <a:lnTo>
                  <a:pt x="1561250" y="21144"/>
                </a:lnTo>
                <a:lnTo>
                  <a:pt x="1548842" y="13821"/>
                </a:lnTo>
                <a:lnTo>
                  <a:pt x="1535198" y="7912"/>
                </a:lnTo>
                <a:lnTo>
                  <a:pt x="1520335" y="3690"/>
                </a:lnTo>
                <a:lnTo>
                  <a:pt x="1504256" y="1158"/>
                </a:lnTo>
                <a:lnTo>
                  <a:pt x="1486959" y="314"/>
                </a:lnTo>
                <a:close/>
              </a:path>
              <a:path w="1951989" h="219710">
                <a:moveTo>
                  <a:pt x="1564232" y="23559"/>
                </a:moveTo>
                <a:lnTo>
                  <a:pt x="1486959" y="23559"/>
                </a:lnTo>
                <a:lnTo>
                  <a:pt x="1506769" y="24992"/>
                </a:lnTo>
                <a:lnTo>
                  <a:pt x="1524105" y="29292"/>
                </a:lnTo>
                <a:lnTo>
                  <a:pt x="1561250" y="59075"/>
                </a:lnTo>
                <a:lnTo>
                  <a:pt x="1573973" y="110258"/>
                </a:lnTo>
                <a:lnTo>
                  <a:pt x="1572579" y="129400"/>
                </a:lnTo>
                <a:lnTo>
                  <a:pt x="1551670" y="173397"/>
                </a:lnTo>
                <a:lnTo>
                  <a:pt x="1506906" y="194306"/>
                </a:lnTo>
                <a:lnTo>
                  <a:pt x="1486959" y="195700"/>
                </a:lnTo>
                <a:lnTo>
                  <a:pt x="1565449" y="195700"/>
                </a:lnTo>
                <a:lnTo>
                  <a:pt x="1595235" y="155728"/>
                </a:lnTo>
                <a:lnTo>
                  <a:pt x="1603186" y="110258"/>
                </a:lnTo>
                <a:lnTo>
                  <a:pt x="1602303" y="94002"/>
                </a:lnTo>
                <a:lnTo>
                  <a:pt x="1589051" y="51830"/>
                </a:lnTo>
                <a:lnTo>
                  <a:pt x="1572088" y="29920"/>
                </a:lnTo>
                <a:lnTo>
                  <a:pt x="1564232" y="23559"/>
                </a:lnTo>
                <a:close/>
              </a:path>
              <a:path w="1951989" h="219710">
                <a:moveTo>
                  <a:pt x="1758689" y="0"/>
                </a:moveTo>
                <a:lnTo>
                  <a:pt x="1640892" y="0"/>
                </a:lnTo>
                <a:lnTo>
                  <a:pt x="1640892" y="219260"/>
                </a:lnTo>
                <a:lnTo>
                  <a:pt x="1758689" y="219260"/>
                </a:lnTo>
                <a:lnTo>
                  <a:pt x="1758689" y="195700"/>
                </a:lnTo>
                <a:lnTo>
                  <a:pt x="1669477" y="195700"/>
                </a:lnTo>
                <a:lnTo>
                  <a:pt x="1669477" y="120310"/>
                </a:lnTo>
                <a:lnTo>
                  <a:pt x="1749266" y="120310"/>
                </a:lnTo>
                <a:lnTo>
                  <a:pt x="1749266" y="96751"/>
                </a:lnTo>
                <a:lnTo>
                  <a:pt x="1669477" y="96751"/>
                </a:lnTo>
                <a:lnTo>
                  <a:pt x="1669477" y="23559"/>
                </a:lnTo>
                <a:lnTo>
                  <a:pt x="1758689" y="23559"/>
                </a:lnTo>
                <a:lnTo>
                  <a:pt x="1758689" y="0"/>
                </a:lnTo>
                <a:close/>
              </a:path>
              <a:path w="1951989" h="219710">
                <a:moveTo>
                  <a:pt x="1872623" y="314"/>
                </a:moveTo>
                <a:lnTo>
                  <a:pt x="1801945" y="314"/>
                </a:lnTo>
                <a:lnTo>
                  <a:pt x="1801945" y="219260"/>
                </a:lnTo>
                <a:lnTo>
                  <a:pt x="1830530" y="219260"/>
                </a:lnTo>
                <a:lnTo>
                  <a:pt x="1830530" y="129734"/>
                </a:lnTo>
                <a:lnTo>
                  <a:pt x="1897815" y="129734"/>
                </a:lnTo>
                <a:lnTo>
                  <a:pt x="1896497" y="127535"/>
                </a:lnTo>
                <a:lnTo>
                  <a:pt x="1908708" y="123981"/>
                </a:lnTo>
                <a:lnTo>
                  <a:pt x="1919271" y="118975"/>
                </a:lnTo>
                <a:lnTo>
                  <a:pt x="1928184" y="112516"/>
                </a:lnTo>
                <a:lnTo>
                  <a:pt x="1933430" y="106803"/>
                </a:lnTo>
                <a:lnTo>
                  <a:pt x="1830530" y="106803"/>
                </a:lnTo>
                <a:lnTo>
                  <a:pt x="1830530" y="23873"/>
                </a:lnTo>
                <a:lnTo>
                  <a:pt x="1934404" y="23873"/>
                </a:lnTo>
                <a:lnTo>
                  <a:pt x="1929480" y="18769"/>
                </a:lnTo>
                <a:lnTo>
                  <a:pt x="1884540" y="844"/>
                </a:lnTo>
                <a:lnTo>
                  <a:pt x="1872623" y="314"/>
                </a:lnTo>
                <a:close/>
              </a:path>
              <a:path w="1951989" h="219710">
                <a:moveTo>
                  <a:pt x="1897815" y="129734"/>
                </a:moveTo>
                <a:lnTo>
                  <a:pt x="1865084" y="129734"/>
                </a:lnTo>
                <a:lnTo>
                  <a:pt x="1917229" y="219260"/>
                </a:lnTo>
                <a:lnTo>
                  <a:pt x="1951469" y="219260"/>
                </a:lnTo>
                <a:lnTo>
                  <a:pt x="1897815" y="129734"/>
                </a:lnTo>
                <a:close/>
              </a:path>
              <a:path w="1951989" h="219710">
                <a:moveTo>
                  <a:pt x="1934404" y="23873"/>
                </a:moveTo>
                <a:lnTo>
                  <a:pt x="1872623" y="23873"/>
                </a:lnTo>
                <a:lnTo>
                  <a:pt x="1883637" y="24541"/>
                </a:lnTo>
                <a:lnTo>
                  <a:pt x="1893120" y="26543"/>
                </a:lnTo>
                <a:lnTo>
                  <a:pt x="1918387" y="55521"/>
                </a:lnTo>
                <a:lnTo>
                  <a:pt x="1919114" y="64710"/>
                </a:lnTo>
                <a:lnTo>
                  <a:pt x="1918387" y="73819"/>
                </a:lnTo>
                <a:lnTo>
                  <a:pt x="1892963" y="103975"/>
                </a:lnTo>
                <a:lnTo>
                  <a:pt x="1872623" y="106803"/>
                </a:lnTo>
                <a:lnTo>
                  <a:pt x="1933430" y="106803"/>
                </a:lnTo>
                <a:lnTo>
                  <a:pt x="1948642" y="64710"/>
                </a:lnTo>
                <a:lnTo>
                  <a:pt x="1948112" y="55698"/>
                </a:lnTo>
                <a:lnTo>
                  <a:pt x="1946521" y="47197"/>
                </a:lnTo>
                <a:lnTo>
                  <a:pt x="1943871" y="39206"/>
                </a:lnTo>
                <a:lnTo>
                  <a:pt x="1940160" y="31726"/>
                </a:lnTo>
                <a:lnTo>
                  <a:pt x="1935370" y="24874"/>
                </a:lnTo>
                <a:lnTo>
                  <a:pt x="1934404" y="238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2100" y="6741369"/>
            <a:ext cx="1399540" cy="224154"/>
          </a:xfrm>
          <a:custGeom>
            <a:avLst/>
            <a:gdLst/>
            <a:ahLst/>
            <a:cxnLst/>
            <a:rect l="l" t="t" r="r" b="b"/>
            <a:pathLst>
              <a:path w="1399539" h="224154">
                <a:moveTo>
                  <a:pt x="28587" y="2832"/>
                </a:moveTo>
                <a:lnTo>
                  <a:pt x="0" y="2832"/>
                </a:lnTo>
                <a:lnTo>
                  <a:pt x="0" y="221780"/>
                </a:lnTo>
                <a:lnTo>
                  <a:pt x="28587" y="221780"/>
                </a:lnTo>
                <a:lnTo>
                  <a:pt x="28587" y="2832"/>
                </a:lnTo>
                <a:close/>
              </a:path>
              <a:path w="1399539" h="224154">
                <a:moveTo>
                  <a:pt x="249440" y="2514"/>
                </a:moveTo>
                <a:lnTo>
                  <a:pt x="220865" y="2514"/>
                </a:lnTo>
                <a:lnTo>
                  <a:pt x="220865" y="176542"/>
                </a:lnTo>
                <a:lnTo>
                  <a:pt x="135572" y="47434"/>
                </a:lnTo>
                <a:lnTo>
                  <a:pt x="105892" y="2514"/>
                </a:lnTo>
                <a:lnTo>
                  <a:pt x="77304" y="2514"/>
                </a:lnTo>
                <a:lnTo>
                  <a:pt x="77304" y="221780"/>
                </a:lnTo>
                <a:lnTo>
                  <a:pt x="105892" y="221780"/>
                </a:lnTo>
                <a:lnTo>
                  <a:pt x="105892" y="47434"/>
                </a:lnTo>
                <a:lnTo>
                  <a:pt x="220865" y="221780"/>
                </a:lnTo>
                <a:lnTo>
                  <a:pt x="249440" y="221780"/>
                </a:lnTo>
                <a:lnTo>
                  <a:pt x="249440" y="176542"/>
                </a:lnTo>
                <a:lnTo>
                  <a:pt x="249440" y="2514"/>
                </a:lnTo>
                <a:close/>
              </a:path>
              <a:path w="1399539" h="224154">
                <a:moveTo>
                  <a:pt x="440474" y="162090"/>
                </a:moveTo>
                <a:lnTo>
                  <a:pt x="426097" y="123710"/>
                </a:lnTo>
                <a:lnTo>
                  <a:pt x="383870" y="102565"/>
                </a:lnTo>
                <a:lnTo>
                  <a:pt x="365099" y="97155"/>
                </a:lnTo>
                <a:lnTo>
                  <a:pt x="357619" y="94869"/>
                </a:lnTo>
                <a:lnTo>
                  <a:pt x="324561" y="74142"/>
                </a:lnTo>
                <a:lnTo>
                  <a:pt x="322364" y="67652"/>
                </a:lnTo>
                <a:lnTo>
                  <a:pt x="322364" y="59690"/>
                </a:lnTo>
                <a:lnTo>
                  <a:pt x="346633" y="26860"/>
                </a:lnTo>
                <a:lnTo>
                  <a:pt x="362889" y="24511"/>
                </a:lnTo>
                <a:lnTo>
                  <a:pt x="371995" y="25120"/>
                </a:lnTo>
                <a:lnTo>
                  <a:pt x="405447" y="50152"/>
                </a:lnTo>
                <a:lnTo>
                  <a:pt x="406857" y="56235"/>
                </a:lnTo>
                <a:lnTo>
                  <a:pt x="438277" y="56235"/>
                </a:lnTo>
                <a:lnTo>
                  <a:pt x="435940" y="44145"/>
                </a:lnTo>
                <a:lnTo>
                  <a:pt x="431444" y="33299"/>
                </a:lnTo>
                <a:lnTo>
                  <a:pt x="425335" y="24511"/>
                </a:lnTo>
                <a:lnTo>
                  <a:pt x="424789" y="23723"/>
                </a:lnTo>
                <a:lnTo>
                  <a:pt x="380403" y="965"/>
                </a:lnTo>
                <a:lnTo>
                  <a:pt x="365709" y="0"/>
                </a:lnTo>
                <a:lnTo>
                  <a:pt x="355320" y="482"/>
                </a:lnTo>
                <a:lnTo>
                  <a:pt x="313169" y="16649"/>
                </a:lnTo>
                <a:lnTo>
                  <a:pt x="293712" y="51930"/>
                </a:lnTo>
                <a:lnTo>
                  <a:pt x="293154" y="60629"/>
                </a:lnTo>
                <a:lnTo>
                  <a:pt x="293712" y="70332"/>
                </a:lnTo>
                <a:lnTo>
                  <a:pt x="312547" y="103670"/>
                </a:lnTo>
                <a:lnTo>
                  <a:pt x="349123" y="119380"/>
                </a:lnTo>
                <a:lnTo>
                  <a:pt x="367779" y="124523"/>
                </a:lnTo>
                <a:lnTo>
                  <a:pt x="375208" y="126758"/>
                </a:lnTo>
                <a:lnTo>
                  <a:pt x="409270" y="148170"/>
                </a:lnTo>
                <a:lnTo>
                  <a:pt x="411568" y="154978"/>
                </a:lnTo>
                <a:lnTo>
                  <a:pt x="411568" y="163347"/>
                </a:lnTo>
                <a:lnTo>
                  <a:pt x="385813" y="197281"/>
                </a:lnTo>
                <a:lnTo>
                  <a:pt x="367601" y="199796"/>
                </a:lnTo>
                <a:lnTo>
                  <a:pt x="357543" y="199148"/>
                </a:lnTo>
                <a:lnTo>
                  <a:pt x="323735" y="170751"/>
                </a:lnTo>
                <a:lnTo>
                  <a:pt x="322364" y="163347"/>
                </a:lnTo>
                <a:lnTo>
                  <a:pt x="291896" y="163347"/>
                </a:lnTo>
                <a:lnTo>
                  <a:pt x="307263" y="201472"/>
                </a:lnTo>
                <a:lnTo>
                  <a:pt x="347027" y="222097"/>
                </a:lnTo>
                <a:lnTo>
                  <a:pt x="367601" y="223977"/>
                </a:lnTo>
                <a:lnTo>
                  <a:pt x="378536" y="223431"/>
                </a:lnTo>
                <a:lnTo>
                  <a:pt x="414680" y="210451"/>
                </a:lnTo>
                <a:lnTo>
                  <a:pt x="438365" y="177571"/>
                </a:lnTo>
                <a:lnTo>
                  <a:pt x="439940" y="169989"/>
                </a:lnTo>
                <a:lnTo>
                  <a:pt x="440474" y="162090"/>
                </a:lnTo>
                <a:close/>
              </a:path>
              <a:path w="1399539" h="224154">
                <a:moveTo>
                  <a:pt x="617296" y="2832"/>
                </a:moveTo>
                <a:lnTo>
                  <a:pt x="469036" y="2832"/>
                </a:lnTo>
                <a:lnTo>
                  <a:pt x="469036" y="26073"/>
                </a:lnTo>
                <a:lnTo>
                  <a:pt x="529031" y="26073"/>
                </a:lnTo>
                <a:lnTo>
                  <a:pt x="529031" y="221780"/>
                </a:lnTo>
                <a:lnTo>
                  <a:pt x="557618" y="221780"/>
                </a:lnTo>
                <a:lnTo>
                  <a:pt x="557618" y="26073"/>
                </a:lnTo>
                <a:lnTo>
                  <a:pt x="617296" y="26073"/>
                </a:lnTo>
                <a:lnTo>
                  <a:pt x="617296" y="2832"/>
                </a:lnTo>
                <a:close/>
              </a:path>
              <a:path w="1399539" h="224154">
                <a:moveTo>
                  <a:pt x="681075" y="2832"/>
                </a:moveTo>
                <a:lnTo>
                  <a:pt x="652487" y="2832"/>
                </a:lnTo>
                <a:lnTo>
                  <a:pt x="652487" y="221780"/>
                </a:lnTo>
                <a:lnTo>
                  <a:pt x="681075" y="221780"/>
                </a:lnTo>
                <a:lnTo>
                  <a:pt x="681075" y="2832"/>
                </a:lnTo>
                <a:close/>
              </a:path>
              <a:path w="1399539" h="224154">
                <a:moveTo>
                  <a:pt x="864552" y="2832"/>
                </a:moveTo>
                <a:lnTo>
                  <a:pt x="716280" y="2832"/>
                </a:lnTo>
                <a:lnTo>
                  <a:pt x="716280" y="26073"/>
                </a:lnTo>
                <a:lnTo>
                  <a:pt x="776287" y="26073"/>
                </a:lnTo>
                <a:lnTo>
                  <a:pt x="776287" y="221780"/>
                </a:lnTo>
                <a:lnTo>
                  <a:pt x="804862" y="221780"/>
                </a:lnTo>
                <a:lnTo>
                  <a:pt x="804862" y="26073"/>
                </a:lnTo>
                <a:lnTo>
                  <a:pt x="864552" y="26073"/>
                </a:lnTo>
                <a:lnTo>
                  <a:pt x="864552" y="2832"/>
                </a:lnTo>
                <a:close/>
              </a:path>
              <a:path w="1399539" h="224154">
                <a:moveTo>
                  <a:pt x="1064031" y="2832"/>
                </a:moveTo>
                <a:lnTo>
                  <a:pt x="1035443" y="2832"/>
                </a:lnTo>
                <a:lnTo>
                  <a:pt x="1035443" y="141363"/>
                </a:lnTo>
                <a:lnTo>
                  <a:pt x="1034542" y="155028"/>
                </a:lnTo>
                <a:lnTo>
                  <a:pt x="1013231" y="190893"/>
                </a:lnTo>
                <a:lnTo>
                  <a:pt x="981722" y="198843"/>
                </a:lnTo>
                <a:lnTo>
                  <a:pt x="969695" y="197967"/>
                </a:lnTo>
                <a:lnTo>
                  <a:pt x="935647" y="176707"/>
                </a:lnTo>
                <a:lnTo>
                  <a:pt x="927696" y="141363"/>
                </a:lnTo>
                <a:lnTo>
                  <a:pt x="927696" y="2832"/>
                </a:lnTo>
                <a:lnTo>
                  <a:pt x="899109" y="2832"/>
                </a:lnTo>
                <a:lnTo>
                  <a:pt x="899121" y="141363"/>
                </a:lnTo>
                <a:lnTo>
                  <a:pt x="909789" y="187223"/>
                </a:lnTo>
                <a:lnTo>
                  <a:pt x="939317" y="214871"/>
                </a:lnTo>
                <a:lnTo>
                  <a:pt x="981417" y="223977"/>
                </a:lnTo>
                <a:lnTo>
                  <a:pt x="992746" y="223405"/>
                </a:lnTo>
                <a:lnTo>
                  <a:pt x="1032129" y="209727"/>
                </a:lnTo>
                <a:lnTo>
                  <a:pt x="1044308" y="198843"/>
                </a:lnTo>
                <a:lnTo>
                  <a:pt x="1047051" y="195897"/>
                </a:lnTo>
                <a:lnTo>
                  <a:pt x="1063345" y="154178"/>
                </a:lnTo>
                <a:lnTo>
                  <a:pt x="1064018" y="141363"/>
                </a:lnTo>
                <a:lnTo>
                  <a:pt x="1064031" y="2832"/>
                </a:lnTo>
                <a:close/>
              </a:path>
              <a:path w="1399539" h="224154">
                <a:moveTo>
                  <a:pt x="1246479" y="2832"/>
                </a:moveTo>
                <a:lnTo>
                  <a:pt x="1098207" y="2832"/>
                </a:lnTo>
                <a:lnTo>
                  <a:pt x="1098207" y="26073"/>
                </a:lnTo>
                <a:lnTo>
                  <a:pt x="1158201" y="26073"/>
                </a:lnTo>
                <a:lnTo>
                  <a:pt x="1158201" y="221780"/>
                </a:lnTo>
                <a:lnTo>
                  <a:pt x="1186789" y="221780"/>
                </a:lnTo>
                <a:lnTo>
                  <a:pt x="1186789" y="26073"/>
                </a:lnTo>
                <a:lnTo>
                  <a:pt x="1246479" y="26073"/>
                </a:lnTo>
                <a:lnTo>
                  <a:pt x="1246479" y="2832"/>
                </a:lnTo>
                <a:close/>
              </a:path>
              <a:path w="1399539" h="224154">
                <a:moveTo>
                  <a:pt x="1399451" y="2514"/>
                </a:moveTo>
                <a:lnTo>
                  <a:pt x="1281658" y="2514"/>
                </a:lnTo>
                <a:lnTo>
                  <a:pt x="1281658" y="221780"/>
                </a:lnTo>
                <a:lnTo>
                  <a:pt x="1399451" y="221780"/>
                </a:lnTo>
                <a:lnTo>
                  <a:pt x="1399451" y="198221"/>
                </a:lnTo>
                <a:lnTo>
                  <a:pt x="1310246" y="198221"/>
                </a:lnTo>
                <a:lnTo>
                  <a:pt x="1310246" y="122834"/>
                </a:lnTo>
                <a:lnTo>
                  <a:pt x="1390027" y="122834"/>
                </a:lnTo>
                <a:lnTo>
                  <a:pt x="1390027" y="99275"/>
                </a:lnTo>
                <a:lnTo>
                  <a:pt x="1310246" y="99275"/>
                </a:lnTo>
                <a:lnTo>
                  <a:pt x="1310246" y="26073"/>
                </a:lnTo>
                <a:lnTo>
                  <a:pt x="1399451" y="26073"/>
                </a:lnTo>
                <a:lnTo>
                  <a:pt x="1399451" y="25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47950" y="2146450"/>
            <a:ext cx="2501900" cy="461009"/>
          </a:xfrm>
          <a:custGeom>
            <a:avLst/>
            <a:gdLst/>
            <a:ahLst/>
            <a:cxnLst/>
            <a:rect l="l" t="t" r="r" b="b"/>
            <a:pathLst>
              <a:path w="2501900" h="461010">
                <a:moveTo>
                  <a:pt x="208599" y="0"/>
                </a:moveTo>
                <a:lnTo>
                  <a:pt x="160955" y="3892"/>
                </a:lnTo>
                <a:lnTo>
                  <a:pt x="119254" y="15568"/>
                </a:lnTo>
                <a:lnTo>
                  <a:pt x="83497" y="35028"/>
                </a:lnTo>
                <a:lnTo>
                  <a:pt x="53683" y="62272"/>
                </a:lnTo>
                <a:lnTo>
                  <a:pt x="30197" y="96131"/>
                </a:lnTo>
                <a:lnTo>
                  <a:pt x="13420" y="135436"/>
                </a:lnTo>
                <a:lnTo>
                  <a:pt x="3355" y="180185"/>
                </a:lnTo>
                <a:lnTo>
                  <a:pt x="0" y="230379"/>
                </a:lnTo>
                <a:lnTo>
                  <a:pt x="3393" y="280574"/>
                </a:lnTo>
                <a:lnTo>
                  <a:pt x="13574" y="325323"/>
                </a:lnTo>
                <a:lnTo>
                  <a:pt x="30542" y="364627"/>
                </a:lnTo>
                <a:lnTo>
                  <a:pt x="54297" y="398486"/>
                </a:lnTo>
                <a:lnTo>
                  <a:pt x="84417" y="425731"/>
                </a:lnTo>
                <a:lnTo>
                  <a:pt x="120174" y="445191"/>
                </a:lnTo>
                <a:lnTo>
                  <a:pt x="161568" y="456867"/>
                </a:lnTo>
                <a:lnTo>
                  <a:pt x="208599" y="460759"/>
                </a:lnTo>
                <a:lnTo>
                  <a:pt x="238413" y="459398"/>
                </a:lnTo>
                <a:lnTo>
                  <a:pt x="291023" y="448508"/>
                </a:lnTo>
                <a:lnTo>
                  <a:pt x="333855" y="427533"/>
                </a:lnTo>
                <a:lnTo>
                  <a:pt x="364378" y="401305"/>
                </a:lnTo>
                <a:lnTo>
                  <a:pt x="373560" y="388363"/>
                </a:lnTo>
                <a:lnTo>
                  <a:pt x="211667" y="388363"/>
                </a:lnTo>
                <a:lnTo>
                  <a:pt x="181872" y="385832"/>
                </a:lnTo>
                <a:lnTo>
                  <a:pt x="136778" y="365586"/>
                </a:lnTo>
                <a:lnTo>
                  <a:pt x="110205" y="325227"/>
                </a:lnTo>
                <a:lnTo>
                  <a:pt x="97321" y="266482"/>
                </a:lnTo>
                <a:lnTo>
                  <a:pt x="95710" y="230379"/>
                </a:lnTo>
                <a:lnTo>
                  <a:pt x="97321" y="194296"/>
                </a:lnTo>
                <a:lnTo>
                  <a:pt x="110205" y="135704"/>
                </a:lnTo>
                <a:lnTo>
                  <a:pt x="136778" y="95345"/>
                </a:lnTo>
                <a:lnTo>
                  <a:pt x="181872" y="74945"/>
                </a:lnTo>
                <a:lnTo>
                  <a:pt x="211667" y="72395"/>
                </a:lnTo>
                <a:lnTo>
                  <a:pt x="365125" y="72395"/>
                </a:lnTo>
                <a:lnTo>
                  <a:pt x="364435" y="70555"/>
                </a:lnTo>
                <a:lnTo>
                  <a:pt x="326128" y="28164"/>
                </a:lnTo>
                <a:lnTo>
                  <a:pt x="286019" y="10180"/>
                </a:lnTo>
                <a:lnTo>
                  <a:pt x="236630" y="1131"/>
                </a:lnTo>
                <a:lnTo>
                  <a:pt x="208599" y="0"/>
                </a:lnTo>
                <a:close/>
              </a:path>
              <a:path w="2501900" h="461010">
                <a:moveTo>
                  <a:pt x="326665" y="327777"/>
                </a:moveTo>
                <a:lnTo>
                  <a:pt x="318574" y="328544"/>
                </a:lnTo>
                <a:lnTo>
                  <a:pt x="310713" y="333605"/>
                </a:lnTo>
                <a:lnTo>
                  <a:pt x="303082" y="342962"/>
                </a:lnTo>
                <a:lnTo>
                  <a:pt x="297561" y="350113"/>
                </a:lnTo>
                <a:lnTo>
                  <a:pt x="290198" y="357456"/>
                </a:lnTo>
                <a:lnTo>
                  <a:pt x="257452" y="379562"/>
                </a:lnTo>
                <a:lnTo>
                  <a:pt x="211667" y="388363"/>
                </a:lnTo>
                <a:lnTo>
                  <a:pt x="373560" y="388363"/>
                </a:lnTo>
                <a:lnTo>
                  <a:pt x="374865" y="386522"/>
                </a:lnTo>
                <a:lnTo>
                  <a:pt x="379160" y="376897"/>
                </a:lnTo>
                <a:lnTo>
                  <a:pt x="380080" y="368577"/>
                </a:lnTo>
                <a:lnTo>
                  <a:pt x="377626" y="361559"/>
                </a:lnTo>
                <a:lnTo>
                  <a:pt x="371797" y="355846"/>
                </a:lnTo>
                <a:lnTo>
                  <a:pt x="334986" y="331305"/>
                </a:lnTo>
                <a:lnTo>
                  <a:pt x="326665" y="327777"/>
                </a:lnTo>
                <a:close/>
              </a:path>
              <a:path w="2501900" h="461010">
                <a:moveTo>
                  <a:pt x="365125" y="72395"/>
                </a:moveTo>
                <a:lnTo>
                  <a:pt x="211667" y="72395"/>
                </a:lnTo>
                <a:lnTo>
                  <a:pt x="225759" y="73105"/>
                </a:lnTo>
                <a:lnTo>
                  <a:pt x="238892" y="75233"/>
                </a:lnTo>
                <a:lnTo>
                  <a:pt x="280612" y="95786"/>
                </a:lnTo>
                <a:lnTo>
                  <a:pt x="292040" y="109208"/>
                </a:lnTo>
                <a:lnTo>
                  <a:pt x="298750" y="118219"/>
                </a:lnTo>
                <a:lnTo>
                  <a:pt x="306304" y="123165"/>
                </a:lnTo>
                <a:lnTo>
                  <a:pt x="314701" y="124047"/>
                </a:lnTo>
                <a:lnTo>
                  <a:pt x="323942" y="120865"/>
                </a:lnTo>
                <a:lnTo>
                  <a:pt x="360755" y="101232"/>
                </a:lnTo>
                <a:lnTo>
                  <a:pt x="366506" y="96323"/>
                </a:lnTo>
                <a:lnTo>
                  <a:pt x="369037" y="89575"/>
                </a:lnTo>
                <a:lnTo>
                  <a:pt x="368346" y="80985"/>
                </a:lnTo>
                <a:lnTo>
                  <a:pt x="365125" y="72395"/>
                </a:lnTo>
                <a:close/>
              </a:path>
              <a:path w="2501900" h="461010">
                <a:moveTo>
                  <a:pt x="525794" y="10430"/>
                </a:moveTo>
                <a:lnTo>
                  <a:pt x="479165" y="10430"/>
                </a:lnTo>
                <a:lnTo>
                  <a:pt x="469771" y="11867"/>
                </a:lnTo>
                <a:lnTo>
                  <a:pt x="463060" y="16181"/>
                </a:lnTo>
                <a:lnTo>
                  <a:pt x="459034" y="23371"/>
                </a:lnTo>
                <a:lnTo>
                  <a:pt x="457692" y="33436"/>
                </a:lnTo>
                <a:lnTo>
                  <a:pt x="457692" y="427322"/>
                </a:lnTo>
                <a:lnTo>
                  <a:pt x="459034" y="437388"/>
                </a:lnTo>
                <a:lnTo>
                  <a:pt x="463060" y="444577"/>
                </a:lnTo>
                <a:lnTo>
                  <a:pt x="469771" y="448891"/>
                </a:lnTo>
                <a:lnTo>
                  <a:pt x="479165" y="450329"/>
                </a:lnTo>
                <a:lnTo>
                  <a:pt x="525794" y="450329"/>
                </a:lnTo>
                <a:lnTo>
                  <a:pt x="535188" y="448891"/>
                </a:lnTo>
                <a:lnTo>
                  <a:pt x="541899" y="444577"/>
                </a:lnTo>
                <a:lnTo>
                  <a:pt x="545925" y="437388"/>
                </a:lnTo>
                <a:lnTo>
                  <a:pt x="547267" y="427322"/>
                </a:lnTo>
                <a:lnTo>
                  <a:pt x="547267" y="259522"/>
                </a:lnTo>
                <a:lnTo>
                  <a:pt x="801882" y="259522"/>
                </a:lnTo>
                <a:lnTo>
                  <a:pt x="801882" y="183444"/>
                </a:lnTo>
                <a:lnTo>
                  <a:pt x="547267" y="183444"/>
                </a:lnTo>
                <a:lnTo>
                  <a:pt x="547267" y="33436"/>
                </a:lnTo>
                <a:lnTo>
                  <a:pt x="545925" y="23371"/>
                </a:lnTo>
                <a:lnTo>
                  <a:pt x="541899" y="16181"/>
                </a:lnTo>
                <a:lnTo>
                  <a:pt x="535188" y="11867"/>
                </a:lnTo>
                <a:lnTo>
                  <a:pt x="525794" y="10430"/>
                </a:lnTo>
                <a:close/>
              </a:path>
              <a:path w="2501900" h="461010">
                <a:moveTo>
                  <a:pt x="801882" y="259522"/>
                </a:moveTo>
                <a:lnTo>
                  <a:pt x="712306" y="259522"/>
                </a:lnTo>
                <a:lnTo>
                  <a:pt x="712306" y="427322"/>
                </a:lnTo>
                <a:lnTo>
                  <a:pt x="713648" y="437388"/>
                </a:lnTo>
                <a:lnTo>
                  <a:pt x="717675" y="444577"/>
                </a:lnTo>
                <a:lnTo>
                  <a:pt x="724385" y="448891"/>
                </a:lnTo>
                <a:lnTo>
                  <a:pt x="733780" y="450329"/>
                </a:lnTo>
                <a:lnTo>
                  <a:pt x="780408" y="450329"/>
                </a:lnTo>
                <a:lnTo>
                  <a:pt x="789803" y="448891"/>
                </a:lnTo>
                <a:lnTo>
                  <a:pt x="796513" y="444577"/>
                </a:lnTo>
                <a:lnTo>
                  <a:pt x="800539" y="437388"/>
                </a:lnTo>
                <a:lnTo>
                  <a:pt x="801882" y="427322"/>
                </a:lnTo>
                <a:lnTo>
                  <a:pt x="801882" y="259522"/>
                </a:lnTo>
                <a:close/>
              </a:path>
              <a:path w="2501900" h="461010">
                <a:moveTo>
                  <a:pt x="780408" y="10430"/>
                </a:moveTo>
                <a:lnTo>
                  <a:pt x="733780" y="10430"/>
                </a:lnTo>
                <a:lnTo>
                  <a:pt x="724385" y="11867"/>
                </a:lnTo>
                <a:lnTo>
                  <a:pt x="717675" y="16181"/>
                </a:lnTo>
                <a:lnTo>
                  <a:pt x="713648" y="23371"/>
                </a:lnTo>
                <a:lnTo>
                  <a:pt x="712306" y="33436"/>
                </a:lnTo>
                <a:lnTo>
                  <a:pt x="712306" y="183444"/>
                </a:lnTo>
                <a:lnTo>
                  <a:pt x="801882" y="183444"/>
                </a:lnTo>
                <a:lnTo>
                  <a:pt x="801882" y="33436"/>
                </a:lnTo>
                <a:lnTo>
                  <a:pt x="800539" y="23371"/>
                </a:lnTo>
                <a:lnTo>
                  <a:pt x="796513" y="16181"/>
                </a:lnTo>
                <a:lnTo>
                  <a:pt x="789803" y="11867"/>
                </a:lnTo>
                <a:lnTo>
                  <a:pt x="780408" y="10430"/>
                </a:lnTo>
                <a:close/>
              </a:path>
              <a:path w="2501900" h="461010">
                <a:moveTo>
                  <a:pt x="1184722" y="10430"/>
                </a:moveTo>
                <a:lnTo>
                  <a:pt x="921519" y="10430"/>
                </a:lnTo>
                <a:lnTo>
                  <a:pt x="912125" y="11867"/>
                </a:lnTo>
                <a:lnTo>
                  <a:pt x="905414" y="16181"/>
                </a:lnTo>
                <a:lnTo>
                  <a:pt x="901388" y="23371"/>
                </a:lnTo>
                <a:lnTo>
                  <a:pt x="900046" y="33436"/>
                </a:lnTo>
                <a:lnTo>
                  <a:pt x="900046" y="427322"/>
                </a:lnTo>
                <a:lnTo>
                  <a:pt x="901388" y="437388"/>
                </a:lnTo>
                <a:lnTo>
                  <a:pt x="905414" y="444577"/>
                </a:lnTo>
                <a:lnTo>
                  <a:pt x="912125" y="448891"/>
                </a:lnTo>
                <a:lnTo>
                  <a:pt x="921519" y="450329"/>
                </a:lnTo>
                <a:lnTo>
                  <a:pt x="1194544" y="450329"/>
                </a:lnTo>
                <a:lnTo>
                  <a:pt x="1204606" y="449083"/>
                </a:lnTo>
                <a:lnTo>
                  <a:pt x="1211795" y="445344"/>
                </a:lnTo>
                <a:lnTo>
                  <a:pt x="1216110" y="439113"/>
                </a:lnTo>
                <a:lnTo>
                  <a:pt x="1217549" y="430390"/>
                </a:lnTo>
                <a:lnTo>
                  <a:pt x="1217549" y="394192"/>
                </a:lnTo>
                <a:lnTo>
                  <a:pt x="989621" y="374252"/>
                </a:lnTo>
                <a:lnTo>
                  <a:pt x="989621" y="260135"/>
                </a:lnTo>
                <a:lnTo>
                  <a:pt x="1168461" y="260135"/>
                </a:lnTo>
                <a:lnTo>
                  <a:pt x="1178529" y="258889"/>
                </a:lnTo>
                <a:lnTo>
                  <a:pt x="1185721" y="255150"/>
                </a:lnTo>
                <a:lnTo>
                  <a:pt x="1190037" y="248919"/>
                </a:lnTo>
                <a:lnTo>
                  <a:pt x="1191476" y="240196"/>
                </a:lnTo>
                <a:lnTo>
                  <a:pt x="1191476" y="203997"/>
                </a:lnTo>
                <a:lnTo>
                  <a:pt x="1190037" y="195274"/>
                </a:lnTo>
                <a:lnTo>
                  <a:pt x="1185721" y="189043"/>
                </a:lnTo>
                <a:lnTo>
                  <a:pt x="1178529" y="185304"/>
                </a:lnTo>
                <a:lnTo>
                  <a:pt x="1168461" y="184058"/>
                </a:lnTo>
                <a:lnTo>
                  <a:pt x="989621" y="184058"/>
                </a:lnTo>
                <a:lnTo>
                  <a:pt x="989621" y="86507"/>
                </a:lnTo>
                <a:lnTo>
                  <a:pt x="1184722" y="86507"/>
                </a:lnTo>
                <a:lnTo>
                  <a:pt x="1194788" y="85261"/>
                </a:lnTo>
                <a:lnTo>
                  <a:pt x="1201977" y="81522"/>
                </a:lnTo>
                <a:lnTo>
                  <a:pt x="1206290" y="75291"/>
                </a:lnTo>
                <a:lnTo>
                  <a:pt x="1207727" y="66567"/>
                </a:lnTo>
                <a:lnTo>
                  <a:pt x="1207727" y="30369"/>
                </a:lnTo>
                <a:lnTo>
                  <a:pt x="1206290" y="21645"/>
                </a:lnTo>
                <a:lnTo>
                  <a:pt x="1201977" y="15414"/>
                </a:lnTo>
                <a:lnTo>
                  <a:pt x="1194788" y="11676"/>
                </a:lnTo>
                <a:lnTo>
                  <a:pt x="1184722" y="10430"/>
                </a:lnTo>
                <a:close/>
              </a:path>
              <a:path w="2501900" h="461010">
                <a:moveTo>
                  <a:pt x="1479520" y="88961"/>
                </a:moveTo>
                <a:lnTo>
                  <a:pt x="1389952" y="88961"/>
                </a:lnTo>
                <a:lnTo>
                  <a:pt x="1389952" y="444705"/>
                </a:lnTo>
                <a:lnTo>
                  <a:pt x="1395061" y="450329"/>
                </a:lnTo>
                <a:lnTo>
                  <a:pt x="1474410" y="450329"/>
                </a:lnTo>
                <a:lnTo>
                  <a:pt x="1479520" y="444705"/>
                </a:lnTo>
                <a:lnTo>
                  <a:pt x="1479520" y="88961"/>
                </a:lnTo>
                <a:close/>
              </a:path>
              <a:path w="2501900" h="461010">
                <a:moveTo>
                  <a:pt x="1592417" y="10430"/>
                </a:moveTo>
                <a:lnTo>
                  <a:pt x="1277055" y="10430"/>
                </a:lnTo>
                <a:lnTo>
                  <a:pt x="1266993" y="11676"/>
                </a:lnTo>
                <a:lnTo>
                  <a:pt x="1259804" y="15414"/>
                </a:lnTo>
                <a:lnTo>
                  <a:pt x="1255489" y="21645"/>
                </a:lnTo>
                <a:lnTo>
                  <a:pt x="1254050" y="30369"/>
                </a:lnTo>
                <a:lnTo>
                  <a:pt x="1254050" y="69021"/>
                </a:lnTo>
                <a:lnTo>
                  <a:pt x="1255489" y="77745"/>
                </a:lnTo>
                <a:lnTo>
                  <a:pt x="1259804" y="83976"/>
                </a:lnTo>
                <a:lnTo>
                  <a:pt x="1266993" y="87715"/>
                </a:lnTo>
                <a:lnTo>
                  <a:pt x="1277055" y="88961"/>
                </a:lnTo>
                <a:lnTo>
                  <a:pt x="1592417" y="88961"/>
                </a:lnTo>
                <a:lnTo>
                  <a:pt x="1602478" y="87715"/>
                </a:lnTo>
                <a:lnTo>
                  <a:pt x="1609667" y="83976"/>
                </a:lnTo>
                <a:lnTo>
                  <a:pt x="1613982" y="77745"/>
                </a:lnTo>
                <a:lnTo>
                  <a:pt x="1615421" y="69021"/>
                </a:lnTo>
                <a:lnTo>
                  <a:pt x="1615421" y="30369"/>
                </a:lnTo>
                <a:lnTo>
                  <a:pt x="1613982" y="21645"/>
                </a:lnTo>
                <a:lnTo>
                  <a:pt x="1609667" y="15414"/>
                </a:lnTo>
                <a:lnTo>
                  <a:pt x="1602478" y="11676"/>
                </a:lnTo>
                <a:lnTo>
                  <a:pt x="1592417" y="10430"/>
                </a:lnTo>
                <a:close/>
              </a:path>
              <a:path w="2501900" h="461010">
                <a:moveTo>
                  <a:pt x="1741805" y="10430"/>
                </a:moveTo>
                <a:lnTo>
                  <a:pt x="1696403" y="10430"/>
                </a:lnTo>
                <a:lnTo>
                  <a:pt x="1687009" y="11867"/>
                </a:lnTo>
                <a:lnTo>
                  <a:pt x="1680297" y="16181"/>
                </a:lnTo>
                <a:lnTo>
                  <a:pt x="1676270" y="23371"/>
                </a:lnTo>
                <a:lnTo>
                  <a:pt x="1674927" y="33436"/>
                </a:lnTo>
                <a:lnTo>
                  <a:pt x="1674927" y="427322"/>
                </a:lnTo>
                <a:lnTo>
                  <a:pt x="1676270" y="437388"/>
                </a:lnTo>
                <a:lnTo>
                  <a:pt x="1680297" y="444577"/>
                </a:lnTo>
                <a:lnTo>
                  <a:pt x="1687009" y="448891"/>
                </a:lnTo>
                <a:lnTo>
                  <a:pt x="1696403" y="450329"/>
                </a:lnTo>
                <a:lnTo>
                  <a:pt x="1743030" y="450329"/>
                </a:lnTo>
                <a:lnTo>
                  <a:pt x="1752428" y="448891"/>
                </a:lnTo>
                <a:lnTo>
                  <a:pt x="1759139" y="444577"/>
                </a:lnTo>
                <a:lnTo>
                  <a:pt x="1763164" y="437388"/>
                </a:lnTo>
                <a:lnTo>
                  <a:pt x="1764506" y="427322"/>
                </a:lnTo>
                <a:lnTo>
                  <a:pt x="1764410" y="200623"/>
                </a:lnTo>
                <a:lnTo>
                  <a:pt x="1764122" y="191420"/>
                </a:lnTo>
                <a:lnTo>
                  <a:pt x="1763644" y="182217"/>
                </a:lnTo>
                <a:lnTo>
                  <a:pt x="1762977" y="173014"/>
                </a:lnTo>
                <a:lnTo>
                  <a:pt x="1869557" y="173014"/>
                </a:lnTo>
                <a:lnTo>
                  <a:pt x="1781688" y="31903"/>
                </a:lnTo>
                <a:lnTo>
                  <a:pt x="1774131" y="22509"/>
                </a:lnTo>
                <a:lnTo>
                  <a:pt x="1764966" y="15798"/>
                </a:lnTo>
                <a:lnTo>
                  <a:pt x="1754192" y="11772"/>
                </a:lnTo>
                <a:lnTo>
                  <a:pt x="1741805" y="10430"/>
                </a:lnTo>
                <a:close/>
              </a:path>
              <a:path w="2501900" h="461010">
                <a:moveTo>
                  <a:pt x="1869557" y="173014"/>
                </a:moveTo>
                <a:lnTo>
                  <a:pt x="1765123" y="173014"/>
                </a:lnTo>
                <a:lnTo>
                  <a:pt x="1924637" y="428856"/>
                </a:lnTo>
                <a:lnTo>
                  <a:pt x="1964521" y="450329"/>
                </a:lnTo>
                <a:lnTo>
                  <a:pt x="2006854" y="450329"/>
                </a:lnTo>
                <a:lnTo>
                  <a:pt x="2016247" y="448891"/>
                </a:lnTo>
                <a:lnTo>
                  <a:pt x="2022955" y="444577"/>
                </a:lnTo>
                <a:lnTo>
                  <a:pt x="2026979" y="437388"/>
                </a:lnTo>
                <a:lnTo>
                  <a:pt x="2028320" y="427322"/>
                </a:lnTo>
                <a:lnTo>
                  <a:pt x="2028320" y="283143"/>
                </a:lnTo>
                <a:lnTo>
                  <a:pt x="1938134" y="283143"/>
                </a:lnTo>
                <a:lnTo>
                  <a:pt x="1869557" y="173014"/>
                </a:lnTo>
                <a:close/>
              </a:path>
              <a:path w="2501900" h="461010">
                <a:moveTo>
                  <a:pt x="2006854" y="10430"/>
                </a:moveTo>
                <a:lnTo>
                  <a:pt x="1960227" y="10430"/>
                </a:lnTo>
                <a:lnTo>
                  <a:pt x="1950829" y="11867"/>
                </a:lnTo>
                <a:lnTo>
                  <a:pt x="1944118" y="16181"/>
                </a:lnTo>
                <a:lnTo>
                  <a:pt x="1940093" y="23371"/>
                </a:lnTo>
                <a:lnTo>
                  <a:pt x="1938956" y="31903"/>
                </a:lnTo>
                <a:lnTo>
                  <a:pt x="1938848" y="255534"/>
                </a:lnTo>
                <a:lnTo>
                  <a:pt x="1939135" y="264737"/>
                </a:lnTo>
                <a:lnTo>
                  <a:pt x="1939613" y="273940"/>
                </a:lnTo>
                <a:lnTo>
                  <a:pt x="1940280" y="283143"/>
                </a:lnTo>
                <a:lnTo>
                  <a:pt x="2028320" y="283143"/>
                </a:lnTo>
                <a:lnTo>
                  <a:pt x="2028320" y="33436"/>
                </a:lnTo>
                <a:lnTo>
                  <a:pt x="2026979" y="23371"/>
                </a:lnTo>
                <a:lnTo>
                  <a:pt x="2022955" y="16181"/>
                </a:lnTo>
                <a:lnTo>
                  <a:pt x="2016247" y="11867"/>
                </a:lnTo>
                <a:lnTo>
                  <a:pt x="2006854" y="10430"/>
                </a:lnTo>
                <a:close/>
              </a:path>
              <a:path w="2501900" h="461010">
                <a:moveTo>
                  <a:pt x="2320363" y="10430"/>
                </a:moveTo>
                <a:lnTo>
                  <a:pt x="2277422" y="10430"/>
                </a:lnTo>
                <a:lnTo>
                  <a:pt x="2268369" y="11983"/>
                </a:lnTo>
                <a:lnTo>
                  <a:pt x="2098265" y="430083"/>
                </a:lnTo>
                <a:lnTo>
                  <a:pt x="2096292" y="438941"/>
                </a:lnTo>
                <a:lnTo>
                  <a:pt x="2098037" y="445268"/>
                </a:lnTo>
                <a:lnTo>
                  <a:pt x="2103501" y="449064"/>
                </a:lnTo>
                <a:lnTo>
                  <a:pt x="2112684" y="450329"/>
                </a:lnTo>
                <a:lnTo>
                  <a:pt x="2161457" y="450329"/>
                </a:lnTo>
                <a:lnTo>
                  <a:pt x="2220973" y="346643"/>
                </a:lnTo>
                <a:lnTo>
                  <a:pt x="2467742" y="346643"/>
                </a:lnTo>
                <a:lnTo>
                  <a:pt x="2438778" y="270565"/>
                </a:lnTo>
                <a:lnTo>
                  <a:pt x="2249507" y="270565"/>
                </a:lnTo>
                <a:lnTo>
                  <a:pt x="2287233" y="173014"/>
                </a:lnTo>
                <a:lnTo>
                  <a:pt x="2297254" y="135078"/>
                </a:lnTo>
                <a:lnTo>
                  <a:pt x="2298280" y="124852"/>
                </a:lnTo>
                <a:lnTo>
                  <a:pt x="2383303" y="124852"/>
                </a:lnTo>
                <a:lnTo>
                  <a:pt x="2349200" y="35277"/>
                </a:lnTo>
                <a:lnTo>
                  <a:pt x="2343834" y="24406"/>
                </a:lnTo>
                <a:lnTo>
                  <a:pt x="2337240" y="16641"/>
                </a:lnTo>
                <a:lnTo>
                  <a:pt x="2329416" y="11983"/>
                </a:lnTo>
                <a:lnTo>
                  <a:pt x="2320363" y="10430"/>
                </a:lnTo>
                <a:close/>
              </a:path>
              <a:path w="2501900" h="461010">
                <a:moveTo>
                  <a:pt x="2467742" y="346643"/>
                </a:moveTo>
                <a:lnTo>
                  <a:pt x="2376812" y="346643"/>
                </a:lnTo>
                <a:lnTo>
                  <a:pt x="2408099" y="429162"/>
                </a:lnTo>
                <a:lnTo>
                  <a:pt x="2412854" y="438423"/>
                </a:lnTo>
                <a:lnTo>
                  <a:pt x="2419141" y="445038"/>
                </a:lnTo>
                <a:lnTo>
                  <a:pt x="2426962" y="449006"/>
                </a:lnTo>
                <a:lnTo>
                  <a:pt x="2436318" y="450329"/>
                </a:lnTo>
                <a:lnTo>
                  <a:pt x="2485102" y="450329"/>
                </a:lnTo>
                <a:lnTo>
                  <a:pt x="2494284" y="449064"/>
                </a:lnTo>
                <a:lnTo>
                  <a:pt x="2499746" y="445268"/>
                </a:lnTo>
                <a:lnTo>
                  <a:pt x="2501489" y="438941"/>
                </a:lnTo>
                <a:lnTo>
                  <a:pt x="2499509" y="430083"/>
                </a:lnTo>
                <a:lnTo>
                  <a:pt x="2467742" y="346643"/>
                </a:lnTo>
                <a:close/>
              </a:path>
              <a:path w="2501900" h="461010">
                <a:moveTo>
                  <a:pt x="2383303" y="124852"/>
                </a:moveTo>
                <a:lnTo>
                  <a:pt x="2299505" y="124852"/>
                </a:lnTo>
                <a:lnTo>
                  <a:pt x="2300531" y="135078"/>
                </a:lnTo>
                <a:lnTo>
                  <a:pt x="2310552" y="173014"/>
                </a:lnTo>
                <a:lnTo>
                  <a:pt x="2348278" y="270565"/>
                </a:lnTo>
                <a:lnTo>
                  <a:pt x="2438778" y="270565"/>
                </a:lnTo>
                <a:lnTo>
                  <a:pt x="2383303" y="124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536970" y="1747063"/>
            <a:ext cx="3126740" cy="224154"/>
          </a:xfrm>
          <a:custGeom>
            <a:avLst/>
            <a:gdLst/>
            <a:ahLst/>
            <a:cxnLst/>
            <a:rect l="l" t="t" r="r" b="b"/>
            <a:pathLst>
              <a:path w="3126740" h="224155">
                <a:moveTo>
                  <a:pt x="36124" y="34553"/>
                </a:moveTo>
                <a:lnTo>
                  <a:pt x="0" y="34553"/>
                </a:lnTo>
                <a:lnTo>
                  <a:pt x="76018" y="106488"/>
                </a:lnTo>
                <a:lnTo>
                  <a:pt x="0" y="178738"/>
                </a:lnTo>
                <a:lnTo>
                  <a:pt x="36124" y="178738"/>
                </a:lnTo>
                <a:lnTo>
                  <a:pt x="112143" y="106488"/>
                </a:lnTo>
                <a:lnTo>
                  <a:pt x="36124" y="34553"/>
                </a:lnTo>
                <a:close/>
              </a:path>
              <a:path w="3126740" h="224155">
                <a:moveTo>
                  <a:pt x="205458" y="34553"/>
                </a:moveTo>
                <a:lnTo>
                  <a:pt x="169334" y="34553"/>
                </a:lnTo>
                <a:lnTo>
                  <a:pt x="245352" y="106488"/>
                </a:lnTo>
                <a:lnTo>
                  <a:pt x="169334" y="178738"/>
                </a:lnTo>
                <a:lnTo>
                  <a:pt x="205458" y="178738"/>
                </a:lnTo>
                <a:lnTo>
                  <a:pt x="281477" y="106488"/>
                </a:lnTo>
                <a:lnTo>
                  <a:pt x="205458" y="34553"/>
                </a:lnTo>
                <a:close/>
              </a:path>
              <a:path w="3126740" h="224155">
                <a:moveTo>
                  <a:pt x="487752" y="2513"/>
                </a:moveTo>
                <a:lnTo>
                  <a:pt x="417074" y="2513"/>
                </a:lnTo>
                <a:lnTo>
                  <a:pt x="417074" y="221459"/>
                </a:lnTo>
                <a:lnTo>
                  <a:pt x="445659" y="221459"/>
                </a:lnTo>
                <a:lnTo>
                  <a:pt x="445659" y="130048"/>
                </a:lnTo>
                <a:lnTo>
                  <a:pt x="487752" y="130048"/>
                </a:lnTo>
                <a:lnTo>
                  <a:pt x="534105" y="119976"/>
                </a:lnTo>
                <a:lnTo>
                  <a:pt x="549426" y="106488"/>
                </a:lnTo>
                <a:lnTo>
                  <a:pt x="445659" y="106488"/>
                </a:lnTo>
                <a:lnTo>
                  <a:pt x="445659" y="26072"/>
                </a:lnTo>
                <a:lnTo>
                  <a:pt x="548999" y="26072"/>
                </a:lnTo>
                <a:lnTo>
                  <a:pt x="543981" y="20418"/>
                </a:lnTo>
                <a:lnTo>
                  <a:pt x="533281" y="12584"/>
                </a:lnTo>
                <a:lnTo>
                  <a:pt x="520343" y="6989"/>
                </a:lnTo>
                <a:lnTo>
                  <a:pt x="505167" y="3632"/>
                </a:lnTo>
                <a:lnTo>
                  <a:pt x="487752" y="2513"/>
                </a:lnTo>
                <a:close/>
              </a:path>
              <a:path w="3126740" h="224155">
                <a:moveTo>
                  <a:pt x="548999" y="26072"/>
                </a:moveTo>
                <a:lnTo>
                  <a:pt x="487752" y="26072"/>
                </a:lnTo>
                <a:lnTo>
                  <a:pt x="508092" y="28605"/>
                </a:lnTo>
                <a:lnTo>
                  <a:pt x="522620" y="36203"/>
                </a:lnTo>
                <a:lnTo>
                  <a:pt x="531337" y="48866"/>
                </a:lnTo>
                <a:lnTo>
                  <a:pt x="534243" y="66594"/>
                </a:lnTo>
                <a:lnTo>
                  <a:pt x="533536" y="75625"/>
                </a:lnTo>
                <a:lnTo>
                  <a:pt x="498904" y="105841"/>
                </a:lnTo>
                <a:lnTo>
                  <a:pt x="487752" y="106488"/>
                </a:lnTo>
                <a:lnTo>
                  <a:pt x="549426" y="106488"/>
                </a:lnTo>
                <a:lnTo>
                  <a:pt x="552855" y="102464"/>
                </a:lnTo>
                <a:lnTo>
                  <a:pt x="558745" y="91646"/>
                </a:lnTo>
                <a:lnTo>
                  <a:pt x="562279" y="79689"/>
                </a:lnTo>
                <a:lnTo>
                  <a:pt x="563457" y="66594"/>
                </a:lnTo>
                <a:lnTo>
                  <a:pt x="562239" y="53107"/>
                </a:lnTo>
                <a:lnTo>
                  <a:pt x="558588" y="40914"/>
                </a:lnTo>
                <a:lnTo>
                  <a:pt x="552502" y="30018"/>
                </a:lnTo>
                <a:lnTo>
                  <a:pt x="548999" y="26072"/>
                </a:lnTo>
                <a:close/>
              </a:path>
              <a:path w="3126740" h="224155">
                <a:moveTo>
                  <a:pt x="669663" y="2513"/>
                </a:moveTo>
                <a:lnTo>
                  <a:pt x="598984" y="2513"/>
                </a:lnTo>
                <a:lnTo>
                  <a:pt x="598984" y="221459"/>
                </a:lnTo>
                <a:lnTo>
                  <a:pt x="627570" y="221459"/>
                </a:lnTo>
                <a:lnTo>
                  <a:pt x="627570" y="131933"/>
                </a:lnTo>
                <a:lnTo>
                  <a:pt x="694854" y="131933"/>
                </a:lnTo>
                <a:lnTo>
                  <a:pt x="693536" y="129734"/>
                </a:lnTo>
                <a:lnTo>
                  <a:pt x="705748" y="126180"/>
                </a:lnTo>
                <a:lnTo>
                  <a:pt x="716311" y="121174"/>
                </a:lnTo>
                <a:lnTo>
                  <a:pt x="725224" y="114715"/>
                </a:lnTo>
                <a:lnTo>
                  <a:pt x="730469" y="109001"/>
                </a:lnTo>
                <a:lnTo>
                  <a:pt x="627570" y="109001"/>
                </a:lnTo>
                <a:lnTo>
                  <a:pt x="627570" y="26072"/>
                </a:lnTo>
                <a:lnTo>
                  <a:pt x="731444" y="26072"/>
                </a:lnTo>
                <a:lnTo>
                  <a:pt x="726520" y="20968"/>
                </a:lnTo>
                <a:lnTo>
                  <a:pt x="681580" y="3043"/>
                </a:lnTo>
                <a:lnTo>
                  <a:pt x="669663" y="2513"/>
                </a:lnTo>
                <a:close/>
              </a:path>
              <a:path w="3126740" h="224155">
                <a:moveTo>
                  <a:pt x="694854" y="131933"/>
                </a:moveTo>
                <a:lnTo>
                  <a:pt x="662124" y="131933"/>
                </a:lnTo>
                <a:lnTo>
                  <a:pt x="714269" y="221459"/>
                </a:lnTo>
                <a:lnTo>
                  <a:pt x="748509" y="221459"/>
                </a:lnTo>
                <a:lnTo>
                  <a:pt x="694854" y="131933"/>
                </a:lnTo>
                <a:close/>
              </a:path>
              <a:path w="3126740" h="224155">
                <a:moveTo>
                  <a:pt x="731444" y="26072"/>
                </a:moveTo>
                <a:lnTo>
                  <a:pt x="669663" y="26072"/>
                </a:lnTo>
                <a:lnTo>
                  <a:pt x="680677" y="26740"/>
                </a:lnTo>
                <a:lnTo>
                  <a:pt x="690160" y="28742"/>
                </a:lnTo>
                <a:lnTo>
                  <a:pt x="715427" y="57720"/>
                </a:lnTo>
                <a:lnTo>
                  <a:pt x="716154" y="66909"/>
                </a:lnTo>
                <a:lnTo>
                  <a:pt x="715427" y="76018"/>
                </a:lnTo>
                <a:lnTo>
                  <a:pt x="690003" y="106174"/>
                </a:lnTo>
                <a:lnTo>
                  <a:pt x="669663" y="109001"/>
                </a:lnTo>
                <a:lnTo>
                  <a:pt x="730469" y="109001"/>
                </a:lnTo>
                <a:lnTo>
                  <a:pt x="745682" y="66909"/>
                </a:lnTo>
                <a:lnTo>
                  <a:pt x="745151" y="57897"/>
                </a:lnTo>
                <a:lnTo>
                  <a:pt x="743561" y="49396"/>
                </a:lnTo>
                <a:lnTo>
                  <a:pt x="740911" y="41405"/>
                </a:lnTo>
                <a:lnTo>
                  <a:pt x="737200" y="33925"/>
                </a:lnTo>
                <a:lnTo>
                  <a:pt x="732410" y="27073"/>
                </a:lnTo>
                <a:lnTo>
                  <a:pt x="731444" y="26072"/>
                </a:lnTo>
                <a:close/>
              </a:path>
              <a:path w="3126740" h="224155">
                <a:moveTo>
                  <a:pt x="889363" y="0"/>
                </a:moveTo>
                <a:lnTo>
                  <a:pt x="846661" y="8128"/>
                </a:lnTo>
                <a:lnTo>
                  <a:pt x="811224" y="31491"/>
                </a:lnTo>
                <a:lnTo>
                  <a:pt x="787547" y="67478"/>
                </a:lnTo>
                <a:lnTo>
                  <a:pt x="779419" y="111829"/>
                </a:lnTo>
                <a:lnTo>
                  <a:pt x="780322" y="127456"/>
                </a:lnTo>
                <a:lnTo>
                  <a:pt x="793869" y="169628"/>
                </a:lnTo>
                <a:lnTo>
                  <a:pt x="821845" y="201610"/>
                </a:lnTo>
                <a:lnTo>
                  <a:pt x="860228" y="220123"/>
                </a:lnTo>
                <a:lnTo>
                  <a:pt x="889363" y="223657"/>
                </a:lnTo>
                <a:lnTo>
                  <a:pt x="904402" y="222774"/>
                </a:lnTo>
                <a:lnTo>
                  <a:pt x="945278" y="209522"/>
                </a:lnTo>
                <a:lnTo>
                  <a:pt x="960324" y="198842"/>
                </a:lnTo>
                <a:lnTo>
                  <a:pt x="889363" y="198842"/>
                </a:lnTo>
                <a:lnTo>
                  <a:pt x="878172" y="198174"/>
                </a:lnTo>
                <a:lnTo>
                  <a:pt x="839260" y="182252"/>
                </a:lnTo>
                <a:lnTo>
                  <a:pt x="814463" y="147403"/>
                </a:lnTo>
                <a:lnTo>
                  <a:pt x="808632" y="111829"/>
                </a:lnTo>
                <a:lnTo>
                  <a:pt x="809280" y="99067"/>
                </a:lnTo>
                <a:lnTo>
                  <a:pt x="824810" y="56640"/>
                </a:lnTo>
                <a:lnTo>
                  <a:pt x="857322" y="30823"/>
                </a:lnTo>
                <a:lnTo>
                  <a:pt x="889363" y="24815"/>
                </a:lnTo>
                <a:lnTo>
                  <a:pt x="960154" y="24815"/>
                </a:lnTo>
                <a:lnTo>
                  <a:pt x="957175" y="22224"/>
                </a:lnTo>
                <a:lnTo>
                  <a:pt x="945278" y="14449"/>
                </a:lnTo>
                <a:lnTo>
                  <a:pt x="932359" y="8128"/>
                </a:lnTo>
                <a:lnTo>
                  <a:pt x="918734" y="3612"/>
                </a:lnTo>
                <a:lnTo>
                  <a:pt x="904402" y="903"/>
                </a:lnTo>
                <a:lnTo>
                  <a:pt x="889363" y="0"/>
                </a:lnTo>
                <a:close/>
              </a:path>
              <a:path w="3126740" h="224155">
                <a:moveTo>
                  <a:pt x="960154" y="24815"/>
                </a:moveTo>
                <a:lnTo>
                  <a:pt x="889363" y="24815"/>
                </a:lnTo>
                <a:lnTo>
                  <a:pt x="900672" y="25483"/>
                </a:lnTo>
                <a:lnTo>
                  <a:pt x="911352" y="27486"/>
                </a:lnTo>
                <a:lnTo>
                  <a:pt x="947084" y="48454"/>
                </a:lnTo>
                <a:lnTo>
                  <a:pt x="967423" y="87170"/>
                </a:lnTo>
                <a:lnTo>
                  <a:pt x="970094" y="111829"/>
                </a:lnTo>
                <a:lnTo>
                  <a:pt x="969426" y="124472"/>
                </a:lnTo>
                <a:lnTo>
                  <a:pt x="953720" y="167017"/>
                </a:lnTo>
                <a:lnTo>
                  <a:pt x="921109" y="192834"/>
                </a:lnTo>
                <a:lnTo>
                  <a:pt x="889363" y="198842"/>
                </a:lnTo>
                <a:lnTo>
                  <a:pt x="960324" y="198842"/>
                </a:lnTo>
                <a:lnTo>
                  <a:pt x="984857" y="169628"/>
                </a:lnTo>
                <a:lnTo>
                  <a:pt x="998404" y="127574"/>
                </a:lnTo>
                <a:lnTo>
                  <a:pt x="999307" y="111829"/>
                </a:lnTo>
                <a:lnTo>
                  <a:pt x="998404" y="96083"/>
                </a:lnTo>
                <a:lnTo>
                  <a:pt x="984857" y="54029"/>
                </a:lnTo>
                <a:lnTo>
                  <a:pt x="967738" y="31412"/>
                </a:lnTo>
                <a:lnTo>
                  <a:pt x="960154" y="24815"/>
                </a:lnTo>
                <a:close/>
              </a:path>
              <a:path w="3126740" h="224155">
                <a:moveTo>
                  <a:pt x="1112123" y="25758"/>
                </a:moveTo>
                <a:lnTo>
                  <a:pt x="1083537" y="25758"/>
                </a:lnTo>
                <a:lnTo>
                  <a:pt x="1083537" y="221459"/>
                </a:lnTo>
                <a:lnTo>
                  <a:pt x="1112123" y="221459"/>
                </a:lnTo>
                <a:lnTo>
                  <a:pt x="1112123" y="25758"/>
                </a:lnTo>
                <a:close/>
              </a:path>
              <a:path w="3126740" h="224155">
                <a:moveTo>
                  <a:pt x="1171807" y="2513"/>
                </a:moveTo>
                <a:lnTo>
                  <a:pt x="1023539" y="2513"/>
                </a:lnTo>
                <a:lnTo>
                  <a:pt x="1023539" y="25758"/>
                </a:lnTo>
                <a:lnTo>
                  <a:pt x="1171807" y="25758"/>
                </a:lnTo>
                <a:lnTo>
                  <a:pt x="1171807" y="2513"/>
                </a:lnTo>
                <a:close/>
              </a:path>
              <a:path w="3126740" h="224155">
                <a:moveTo>
                  <a:pt x="1306253" y="0"/>
                </a:moveTo>
                <a:lnTo>
                  <a:pt x="1263551" y="8128"/>
                </a:lnTo>
                <a:lnTo>
                  <a:pt x="1228114" y="31491"/>
                </a:lnTo>
                <a:lnTo>
                  <a:pt x="1204437" y="67478"/>
                </a:lnTo>
                <a:lnTo>
                  <a:pt x="1196309" y="111829"/>
                </a:lnTo>
                <a:lnTo>
                  <a:pt x="1197212" y="127456"/>
                </a:lnTo>
                <a:lnTo>
                  <a:pt x="1210758" y="169628"/>
                </a:lnTo>
                <a:lnTo>
                  <a:pt x="1238735" y="201610"/>
                </a:lnTo>
                <a:lnTo>
                  <a:pt x="1277118" y="220123"/>
                </a:lnTo>
                <a:lnTo>
                  <a:pt x="1306253" y="223657"/>
                </a:lnTo>
                <a:lnTo>
                  <a:pt x="1321292" y="222774"/>
                </a:lnTo>
                <a:lnTo>
                  <a:pt x="1362167" y="209522"/>
                </a:lnTo>
                <a:lnTo>
                  <a:pt x="1377214" y="198842"/>
                </a:lnTo>
                <a:lnTo>
                  <a:pt x="1306253" y="198842"/>
                </a:lnTo>
                <a:lnTo>
                  <a:pt x="1295062" y="198174"/>
                </a:lnTo>
                <a:lnTo>
                  <a:pt x="1256150" y="182252"/>
                </a:lnTo>
                <a:lnTo>
                  <a:pt x="1231353" y="147403"/>
                </a:lnTo>
                <a:lnTo>
                  <a:pt x="1225522" y="111829"/>
                </a:lnTo>
                <a:lnTo>
                  <a:pt x="1226170" y="99067"/>
                </a:lnTo>
                <a:lnTo>
                  <a:pt x="1241700" y="56640"/>
                </a:lnTo>
                <a:lnTo>
                  <a:pt x="1274212" y="30823"/>
                </a:lnTo>
                <a:lnTo>
                  <a:pt x="1306253" y="24815"/>
                </a:lnTo>
                <a:lnTo>
                  <a:pt x="1377044" y="24815"/>
                </a:lnTo>
                <a:lnTo>
                  <a:pt x="1374065" y="22224"/>
                </a:lnTo>
                <a:lnTo>
                  <a:pt x="1362167" y="14449"/>
                </a:lnTo>
                <a:lnTo>
                  <a:pt x="1349249" y="8128"/>
                </a:lnTo>
                <a:lnTo>
                  <a:pt x="1335624" y="3612"/>
                </a:lnTo>
                <a:lnTo>
                  <a:pt x="1321292" y="903"/>
                </a:lnTo>
                <a:lnTo>
                  <a:pt x="1306253" y="0"/>
                </a:lnTo>
                <a:close/>
              </a:path>
              <a:path w="3126740" h="224155">
                <a:moveTo>
                  <a:pt x="1377044" y="24815"/>
                </a:moveTo>
                <a:lnTo>
                  <a:pt x="1306253" y="24815"/>
                </a:lnTo>
                <a:lnTo>
                  <a:pt x="1317561" y="25483"/>
                </a:lnTo>
                <a:lnTo>
                  <a:pt x="1328242" y="27486"/>
                </a:lnTo>
                <a:lnTo>
                  <a:pt x="1363974" y="48454"/>
                </a:lnTo>
                <a:lnTo>
                  <a:pt x="1384313" y="87170"/>
                </a:lnTo>
                <a:lnTo>
                  <a:pt x="1386983" y="111829"/>
                </a:lnTo>
                <a:lnTo>
                  <a:pt x="1386316" y="124472"/>
                </a:lnTo>
                <a:lnTo>
                  <a:pt x="1370610" y="167017"/>
                </a:lnTo>
                <a:lnTo>
                  <a:pt x="1337999" y="192834"/>
                </a:lnTo>
                <a:lnTo>
                  <a:pt x="1306253" y="198842"/>
                </a:lnTo>
                <a:lnTo>
                  <a:pt x="1377214" y="198842"/>
                </a:lnTo>
                <a:lnTo>
                  <a:pt x="1401747" y="169628"/>
                </a:lnTo>
                <a:lnTo>
                  <a:pt x="1415294" y="127574"/>
                </a:lnTo>
                <a:lnTo>
                  <a:pt x="1416197" y="111829"/>
                </a:lnTo>
                <a:lnTo>
                  <a:pt x="1415294" y="96083"/>
                </a:lnTo>
                <a:lnTo>
                  <a:pt x="1401747" y="54029"/>
                </a:lnTo>
                <a:lnTo>
                  <a:pt x="1384627" y="31412"/>
                </a:lnTo>
                <a:lnTo>
                  <a:pt x="1377044" y="24815"/>
                </a:lnTo>
                <a:close/>
              </a:path>
              <a:path w="3126740" h="224155">
                <a:moveTo>
                  <a:pt x="1529011" y="25758"/>
                </a:moveTo>
                <a:lnTo>
                  <a:pt x="1500425" y="25758"/>
                </a:lnTo>
                <a:lnTo>
                  <a:pt x="1500425" y="221459"/>
                </a:lnTo>
                <a:lnTo>
                  <a:pt x="1529011" y="221459"/>
                </a:lnTo>
                <a:lnTo>
                  <a:pt x="1529011" y="25758"/>
                </a:lnTo>
                <a:close/>
              </a:path>
              <a:path w="3126740" h="224155">
                <a:moveTo>
                  <a:pt x="1588695" y="2513"/>
                </a:moveTo>
                <a:lnTo>
                  <a:pt x="1440427" y="2513"/>
                </a:lnTo>
                <a:lnTo>
                  <a:pt x="1440427" y="25758"/>
                </a:lnTo>
                <a:lnTo>
                  <a:pt x="1588695" y="25758"/>
                </a:lnTo>
                <a:lnTo>
                  <a:pt x="1588695" y="2513"/>
                </a:lnTo>
                <a:close/>
              </a:path>
              <a:path w="3126740" h="224155">
                <a:moveTo>
                  <a:pt x="1637395" y="2513"/>
                </a:moveTo>
                <a:lnTo>
                  <a:pt x="1605668" y="2513"/>
                </a:lnTo>
                <a:lnTo>
                  <a:pt x="1677289" y="138844"/>
                </a:lnTo>
                <a:lnTo>
                  <a:pt x="1677289" y="221459"/>
                </a:lnTo>
                <a:lnTo>
                  <a:pt x="1705874" y="221459"/>
                </a:lnTo>
                <a:lnTo>
                  <a:pt x="1705874" y="138844"/>
                </a:lnTo>
                <a:lnTo>
                  <a:pt x="1719183" y="113399"/>
                </a:lnTo>
                <a:lnTo>
                  <a:pt x="1691424" y="113399"/>
                </a:lnTo>
                <a:lnTo>
                  <a:pt x="1637395" y="2513"/>
                </a:lnTo>
                <a:close/>
              </a:path>
              <a:path w="3126740" h="224155">
                <a:moveTo>
                  <a:pt x="1777181" y="2513"/>
                </a:moveTo>
                <a:lnTo>
                  <a:pt x="1745454" y="2513"/>
                </a:lnTo>
                <a:lnTo>
                  <a:pt x="1691424" y="113399"/>
                </a:lnTo>
                <a:lnTo>
                  <a:pt x="1719183" y="113399"/>
                </a:lnTo>
                <a:lnTo>
                  <a:pt x="1777181" y="2513"/>
                </a:lnTo>
                <a:close/>
              </a:path>
              <a:path w="3126740" h="224155">
                <a:moveTo>
                  <a:pt x="1878005" y="2513"/>
                </a:moveTo>
                <a:lnTo>
                  <a:pt x="1807327" y="2513"/>
                </a:lnTo>
                <a:lnTo>
                  <a:pt x="1807327" y="221459"/>
                </a:lnTo>
                <a:lnTo>
                  <a:pt x="1835912" y="221459"/>
                </a:lnTo>
                <a:lnTo>
                  <a:pt x="1835912" y="130048"/>
                </a:lnTo>
                <a:lnTo>
                  <a:pt x="1878005" y="130048"/>
                </a:lnTo>
                <a:lnTo>
                  <a:pt x="1924358" y="119976"/>
                </a:lnTo>
                <a:lnTo>
                  <a:pt x="1939679" y="106488"/>
                </a:lnTo>
                <a:lnTo>
                  <a:pt x="1835912" y="106488"/>
                </a:lnTo>
                <a:lnTo>
                  <a:pt x="1835912" y="26072"/>
                </a:lnTo>
                <a:lnTo>
                  <a:pt x="1939252" y="26072"/>
                </a:lnTo>
                <a:lnTo>
                  <a:pt x="1934234" y="20418"/>
                </a:lnTo>
                <a:lnTo>
                  <a:pt x="1923534" y="12584"/>
                </a:lnTo>
                <a:lnTo>
                  <a:pt x="1910596" y="6989"/>
                </a:lnTo>
                <a:lnTo>
                  <a:pt x="1895420" y="3632"/>
                </a:lnTo>
                <a:lnTo>
                  <a:pt x="1878005" y="2513"/>
                </a:lnTo>
                <a:close/>
              </a:path>
              <a:path w="3126740" h="224155">
                <a:moveTo>
                  <a:pt x="1939252" y="26072"/>
                </a:moveTo>
                <a:lnTo>
                  <a:pt x="1878005" y="26072"/>
                </a:lnTo>
                <a:lnTo>
                  <a:pt x="1898345" y="28605"/>
                </a:lnTo>
                <a:lnTo>
                  <a:pt x="1912873" y="36203"/>
                </a:lnTo>
                <a:lnTo>
                  <a:pt x="1921590" y="48866"/>
                </a:lnTo>
                <a:lnTo>
                  <a:pt x="1924496" y="66594"/>
                </a:lnTo>
                <a:lnTo>
                  <a:pt x="1923789" y="75625"/>
                </a:lnTo>
                <a:lnTo>
                  <a:pt x="1889157" y="105841"/>
                </a:lnTo>
                <a:lnTo>
                  <a:pt x="1878005" y="106488"/>
                </a:lnTo>
                <a:lnTo>
                  <a:pt x="1939679" y="106488"/>
                </a:lnTo>
                <a:lnTo>
                  <a:pt x="1943108" y="102464"/>
                </a:lnTo>
                <a:lnTo>
                  <a:pt x="1948998" y="91646"/>
                </a:lnTo>
                <a:lnTo>
                  <a:pt x="1952532" y="79689"/>
                </a:lnTo>
                <a:lnTo>
                  <a:pt x="1953710" y="66594"/>
                </a:lnTo>
                <a:lnTo>
                  <a:pt x="1952492" y="53107"/>
                </a:lnTo>
                <a:lnTo>
                  <a:pt x="1948841" y="40914"/>
                </a:lnTo>
                <a:lnTo>
                  <a:pt x="1942754" y="30018"/>
                </a:lnTo>
                <a:lnTo>
                  <a:pt x="1939252" y="26072"/>
                </a:lnTo>
                <a:close/>
              </a:path>
              <a:path w="3126740" h="224155">
                <a:moveTo>
                  <a:pt x="2107035" y="2198"/>
                </a:moveTo>
                <a:lnTo>
                  <a:pt x="1989237" y="2198"/>
                </a:lnTo>
                <a:lnTo>
                  <a:pt x="1989237" y="221459"/>
                </a:lnTo>
                <a:lnTo>
                  <a:pt x="2107035" y="221459"/>
                </a:lnTo>
                <a:lnTo>
                  <a:pt x="2107035" y="197899"/>
                </a:lnTo>
                <a:lnTo>
                  <a:pt x="2017823" y="197899"/>
                </a:lnTo>
                <a:lnTo>
                  <a:pt x="2017823" y="122509"/>
                </a:lnTo>
                <a:lnTo>
                  <a:pt x="2097611" y="122509"/>
                </a:lnTo>
                <a:lnTo>
                  <a:pt x="2097611" y="98949"/>
                </a:lnTo>
                <a:lnTo>
                  <a:pt x="2017823" y="98949"/>
                </a:lnTo>
                <a:lnTo>
                  <a:pt x="2017823" y="25758"/>
                </a:lnTo>
                <a:lnTo>
                  <a:pt x="2107035" y="25758"/>
                </a:lnTo>
                <a:lnTo>
                  <a:pt x="2107035" y="2198"/>
                </a:lnTo>
                <a:close/>
              </a:path>
              <a:path w="3126740" h="224155">
                <a:moveTo>
                  <a:pt x="2262622" y="2198"/>
                </a:moveTo>
                <a:lnTo>
                  <a:pt x="2234036" y="2198"/>
                </a:lnTo>
                <a:lnTo>
                  <a:pt x="2234036" y="221459"/>
                </a:lnTo>
                <a:lnTo>
                  <a:pt x="2262622" y="221459"/>
                </a:lnTo>
                <a:lnTo>
                  <a:pt x="2262622" y="47118"/>
                </a:lnTo>
                <a:lnTo>
                  <a:pt x="2292298" y="47118"/>
                </a:lnTo>
                <a:lnTo>
                  <a:pt x="2262622" y="2198"/>
                </a:lnTo>
                <a:close/>
              </a:path>
              <a:path w="3126740" h="224155">
                <a:moveTo>
                  <a:pt x="2292298" y="47118"/>
                </a:moveTo>
                <a:lnTo>
                  <a:pt x="2262622" y="47118"/>
                </a:lnTo>
                <a:lnTo>
                  <a:pt x="2377592" y="221459"/>
                </a:lnTo>
                <a:lnTo>
                  <a:pt x="2406178" y="221459"/>
                </a:lnTo>
                <a:lnTo>
                  <a:pt x="2406178" y="176225"/>
                </a:lnTo>
                <a:lnTo>
                  <a:pt x="2377592" y="176225"/>
                </a:lnTo>
                <a:lnTo>
                  <a:pt x="2292298" y="47118"/>
                </a:lnTo>
                <a:close/>
              </a:path>
              <a:path w="3126740" h="224155">
                <a:moveTo>
                  <a:pt x="2406178" y="2198"/>
                </a:moveTo>
                <a:lnTo>
                  <a:pt x="2377592" y="2198"/>
                </a:lnTo>
                <a:lnTo>
                  <a:pt x="2377592" y="176225"/>
                </a:lnTo>
                <a:lnTo>
                  <a:pt x="2406178" y="176225"/>
                </a:lnTo>
                <a:lnTo>
                  <a:pt x="2406178" y="2198"/>
                </a:lnTo>
                <a:close/>
              </a:path>
              <a:path w="3126740" h="224155">
                <a:moveTo>
                  <a:pt x="2553231" y="3769"/>
                </a:moveTo>
                <a:lnTo>
                  <a:pt x="2520247" y="3769"/>
                </a:lnTo>
                <a:lnTo>
                  <a:pt x="2441087" y="221459"/>
                </a:lnTo>
                <a:lnTo>
                  <a:pt x="2471244" y="221459"/>
                </a:lnTo>
                <a:lnTo>
                  <a:pt x="2488835" y="172769"/>
                </a:lnTo>
                <a:lnTo>
                  <a:pt x="2614441" y="172769"/>
                </a:lnTo>
                <a:lnTo>
                  <a:pt x="2606022" y="149524"/>
                </a:lnTo>
                <a:lnTo>
                  <a:pt x="2497002" y="149524"/>
                </a:lnTo>
                <a:lnTo>
                  <a:pt x="2536582" y="38951"/>
                </a:lnTo>
                <a:lnTo>
                  <a:pt x="2565973" y="38951"/>
                </a:lnTo>
                <a:lnTo>
                  <a:pt x="2553231" y="3769"/>
                </a:lnTo>
                <a:close/>
              </a:path>
              <a:path w="3126740" h="224155">
                <a:moveTo>
                  <a:pt x="2614441" y="172769"/>
                </a:moveTo>
                <a:lnTo>
                  <a:pt x="2584329" y="172769"/>
                </a:lnTo>
                <a:lnTo>
                  <a:pt x="2601920" y="221459"/>
                </a:lnTo>
                <a:lnTo>
                  <a:pt x="2632076" y="221459"/>
                </a:lnTo>
                <a:lnTo>
                  <a:pt x="2614441" y="172769"/>
                </a:lnTo>
                <a:close/>
              </a:path>
              <a:path w="3126740" h="224155">
                <a:moveTo>
                  <a:pt x="2565973" y="38951"/>
                </a:moveTo>
                <a:lnTo>
                  <a:pt x="2536582" y="38951"/>
                </a:lnTo>
                <a:lnTo>
                  <a:pt x="2576162" y="149524"/>
                </a:lnTo>
                <a:lnTo>
                  <a:pt x="2606022" y="149524"/>
                </a:lnTo>
                <a:lnTo>
                  <a:pt x="2565973" y="38951"/>
                </a:lnTo>
                <a:close/>
              </a:path>
              <a:path w="3126740" h="224155">
                <a:moveTo>
                  <a:pt x="2697362" y="4083"/>
                </a:moveTo>
                <a:lnTo>
                  <a:pt x="2666578" y="4083"/>
                </a:lnTo>
                <a:lnTo>
                  <a:pt x="2666578" y="221459"/>
                </a:lnTo>
                <a:lnTo>
                  <a:pt x="2695164" y="221459"/>
                </a:lnTo>
                <a:lnTo>
                  <a:pt x="2695164" y="59055"/>
                </a:lnTo>
                <a:lnTo>
                  <a:pt x="2721965" y="59055"/>
                </a:lnTo>
                <a:lnTo>
                  <a:pt x="2697362" y="4083"/>
                </a:lnTo>
                <a:close/>
              </a:path>
              <a:path w="3126740" h="224155">
                <a:moveTo>
                  <a:pt x="2721965" y="59055"/>
                </a:moveTo>
                <a:lnTo>
                  <a:pt x="2695164" y="59055"/>
                </a:lnTo>
                <a:lnTo>
                  <a:pt x="2767727" y="221459"/>
                </a:lnTo>
                <a:lnTo>
                  <a:pt x="2787831" y="221459"/>
                </a:lnTo>
                <a:lnTo>
                  <a:pt x="2804633" y="183764"/>
                </a:lnTo>
                <a:lnTo>
                  <a:pt x="2777779" y="183764"/>
                </a:lnTo>
                <a:lnTo>
                  <a:pt x="2721965" y="59055"/>
                </a:lnTo>
                <a:close/>
              </a:path>
              <a:path w="3126740" h="224155">
                <a:moveTo>
                  <a:pt x="2888665" y="59369"/>
                </a:moveTo>
                <a:lnTo>
                  <a:pt x="2860080" y="59369"/>
                </a:lnTo>
                <a:lnTo>
                  <a:pt x="2860080" y="221459"/>
                </a:lnTo>
                <a:lnTo>
                  <a:pt x="2888665" y="221459"/>
                </a:lnTo>
                <a:lnTo>
                  <a:pt x="2888665" y="59369"/>
                </a:lnTo>
                <a:close/>
              </a:path>
              <a:path w="3126740" h="224155">
                <a:moveTo>
                  <a:pt x="2888665" y="4083"/>
                </a:moveTo>
                <a:lnTo>
                  <a:pt x="2858195" y="4083"/>
                </a:lnTo>
                <a:lnTo>
                  <a:pt x="2777779" y="183764"/>
                </a:lnTo>
                <a:lnTo>
                  <a:pt x="2804633" y="183764"/>
                </a:lnTo>
                <a:lnTo>
                  <a:pt x="2860080" y="59369"/>
                </a:lnTo>
                <a:lnTo>
                  <a:pt x="2888665" y="59369"/>
                </a:lnTo>
                <a:lnTo>
                  <a:pt x="2888665" y="4083"/>
                </a:lnTo>
                <a:close/>
              </a:path>
              <a:path w="3126740" h="224155">
                <a:moveTo>
                  <a:pt x="3054943" y="2198"/>
                </a:moveTo>
                <a:lnTo>
                  <a:pt x="2937146" y="2198"/>
                </a:lnTo>
                <a:lnTo>
                  <a:pt x="2937146" y="221459"/>
                </a:lnTo>
                <a:lnTo>
                  <a:pt x="3054943" y="221459"/>
                </a:lnTo>
                <a:lnTo>
                  <a:pt x="3054943" y="197899"/>
                </a:lnTo>
                <a:lnTo>
                  <a:pt x="2965731" y="197899"/>
                </a:lnTo>
                <a:lnTo>
                  <a:pt x="2965731" y="122509"/>
                </a:lnTo>
                <a:lnTo>
                  <a:pt x="3045519" y="122509"/>
                </a:lnTo>
                <a:lnTo>
                  <a:pt x="3045519" y="98949"/>
                </a:lnTo>
                <a:lnTo>
                  <a:pt x="2965731" y="98949"/>
                </a:lnTo>
                <a:lnTo>
                  <a:pt x="2965731" y="25758"/>
                </a:lnTo>
                <a:lnTo>
                  <a:pt x="3054943" y="25758"/>
                </a:lnTo>
                <a:lnTo>
                  <a:pt x="3054943" y="2198"/>
                </a:lnTo>
                <a:close/>
              </a:path>
              <a:path w="3126740" h="224155">
                <a:moveTo>
                  <a:pt x="3112533" y="184392"/>
                </a:moveTo>
                <a:lnTo>
                  <a:pt x="3101853" y="184392"/>
                </a:lnTo>
                <a:lnTo>
                  <a:pt x="3097246" y="186277"/>
                </a:lnTo>
                <a:lnTo>
                  <a:pt x="3089706" y="193816"/>
                </a:lnTo>
                <a:lnTo>
                  <a:pt x="3087822" y="198423"/>
                </a:lnTo>
                <a:lnTo>
                  <a:pt x="3087822" y="209312"/>
                </a:lnTo>
                <a:lnTo>
                  <a:pt x="3089706" y="213919"/>
                </a:lnTo>
                <a:lnTo>
                  <a:pt x="3097246" y="221459"/>
                </a:lnTo>
                <a:lnTo>
                  <a:pt x="3101853" y="223343"/>
                </a:lnTo>
                <a:lnTo>
                  <a:pt x="3112533" y="223343"/>
                </a:lnTo>
                <a:lnTo>
                  <a:pt x="3116931" y="221459"/>
                </a:lnTo>
                <a:lnTo>
                  <a:pt x="3120491" y="217689"/>
                </a:lnTo>
                <a:lnTo>
                  <a:pt x="3124271" y="213919"/>
                </a:lnTo>
                <a:lnTo>
                  <a:pt x="3126145" y="209312"/>
                </a:lnTo>
                <a:lnTo>
                  <a:pt x="3126145" y="198423"/>
                </a:lnTo>
                <a:lnTo>
                  <a:pt x="3124271" y="193816"/>
                </a:lnTo>
                <a:lnTo>
                  <a:pt x="3120491" y="190046"/>
                </a:lnTo>
                <a:lnTo>
                  <a:pt x="3116931" y="186277"/>
                </a:lnTo>
                <a:lnTo>
                  <a:pt x="3112533" y="184392"/>
                </a:lnTo>
                <a:close/>
              </a:path>
              <a:path w="3126740" h="224155">
                <a:moveTo>
                  <a:pt x="3112533" y="49946"/>
                </a:moveTo>
                <a:lnTo>
                  <a:pt x="3101853" y="49946"/>
                </a:lnTo>
                <a:lnTo>
                  <a:pt x="3097246" y="51830"/>
                </a:lnTo>
                <a:lnTo>
                  <a:pt x="3089706" y="59369"/>
                </a:lnTo>
                <a:lnTo>
                  <a:pt x="3087822" y="63977"/>
                </a:lnTo>
                <a:lnTo>
                  <a:pt x="3087822" y="74866"/>
                </a:lnTo>
                <a:lnTo>
                  <a:pt x="3089706" y="79474"/>
                </a:lnTo>
                <a:lnTo>
                  <a:pt x="3097246" y="87013"/>
                </a:lnTo>
                <a:lnTo>
                  <a:pt x="3101853" y="88897"/>
                </a:lnTo>
                <a:lnTo>
                  <a:pt x="3112533" y="88897"/>
                </a:lnTo>
                <a:lnTo>
                  <a:pt x="3116931" y="87013"/>
                </a:lnTo>
                <a:lnTo>
                  <a:pt x="3120491" y="83243"/>
                </a:lnTo>
                <a:lnTo>
                  <a:pt x="3124271" y="79474"/>
                </a:lnTo>
                <a:lnTo>
                  <a:pt x="3126145" y="74866"/>
                </a:lnTo>
                <a:lnTo>
                  <a:pt x="3126145" y="63977"/>
                </a:lnTo>
                <a:lnTo>
                  <a:pt x="3124271" y="59369"/>
                </a:lnTo>
                <a:lnTo>
                  <a:pt x="3120491" y="55600"/>
                </a:lnTo>
                <a:lnTo>
                  <a:pt x="3116931" y="51830"/>
                </a:lnTo>
                <a:lnTo>
                  <a:pt x="3112533" y="4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8245" y="3722628"/>
            <a:ext cx="488950" cy="254000"/>
          </a:xfrm>
          <a:custGeom>
            <a:avLst/>
            <a:gdLst/>
            <a:ahLst/>
            <a:cxnLst/>
            <a:rect l="l" t="t" r="r" b="b"/>
            <a:pathLst>
              <a:path w="488950" h="254000">
                <a:moveTo>
                  <a:pt x="19223" y="0"/>
                </a:moveTo>
                <a:lnTo>
                  <a:pt x="13974" y="1090"/>
                </a:lnTo>
                <a:lnTo>
                  <a:pt x="10702" y="7088"/>
                </a:lnTo>
                <a:lnTo>
                  <a:pt x="0" y="27608"/>
                </a:lnTo>
                <a:lnTo>
                  <a:pt x="1976" y="32516"/>
                </a:lnTo>
                <a:lnTo>
                  <a:pt x="179627" y="126727"/>
                </a:lnTo>
                <a:lnTo>
                  <a:pt x="179627" y="127136"/>
                </a:lnTo>
                <a:lnTo>
                  <a:pt x="1976" y="221347"/>
                </a:lnTo>
                <a:lnTo>
                  <a:pt x="0" y="226254"/>
                </a:lnTo>
                <a:lnTo>
                  <a:pt x="10702" y="246774"/>
                </a:lnTo>
                <a:lnTo>
                  <a:pt x="13974" y="252773"/>
                </a:lnTo>
                <a:lnTo>
                  <a:pt x="19223" y="253864"/>
                </a:lnTo>
                <a:lnTo>
                  <a:pt x="224347" y="144724"/>
                </a:lnTo>
                <a:lnTo>
                  <a:pt x="227074" y="140974"/>
                </a:lnTo>
                <a:lnTo>
                  <a:pt x="227074" y="112888"/>
                </a:lnTo>
                <a:lnTo>
                  <a:pt x="224347" y="109139"/>
                </a:lnTo>
                <a:lnTo>
                  <a:pt x="19223" y="0"/>
                </a:lnTo>
                <a:close/>
              </a:path>
              <a:path w="488950" h="254000">
                <a:moveTo>
                  <a:pt x="280995" y="0"/>
                </a:moveTo>
                <a:lnTo>
                  <a:pt x="275746" y="1090"/>
                </a:lnTo>
                <a:lnTo>
                  <a:pt x="272474" y="7088"/>
                </a:lnTo>
                <a:lnTo>
                  <a:pt x="261772" y="27608"/>
                </a:lnTo>
                <a:lnTo>
                  <a:pt x="263749" y="32516"/>
                </a:lnTo>
                <a:lnTo>
                  <a:pt x="441399" y="126727"/>
                </a:lnTo>
                <a:lnTo>
                  <a:pt x="441399" y="127136"/>
                </a:lnTo>
                <a:lnTo>
                  <a:pt x="263749" y="221347"/>
                </a:lnTo>
                <a:lnTo>
                  <a:pt x="261772" y="226254"/>
                </a:lnTo>
                <a:lnTo>
                  <a:pt x="272474" y="246774"/>
                </a:lnTo>
                <a:lnTo>
                  <a:pt x="275746" y="252773"/>
                </a:lnTo>
                <a:lnTo>
                  <a:pt x="280995" y="253864"/>
                </a:lnTo>
                <a:lnTo>
                  <a:pt x="486119" y="144724"/>
                </a:lnTo>
                <a:lnTo>
                  <a:pt x="488846" y="140974"/>
                </a:lnTo>
                <a:lnTo>
                  <a:pt x="488846" y="112888"/>
                </a:lnTo>
                <a:lnTo>
                  <a:pt x="486119" y="109139"/>
                </a:lnTo>
                <a:lnTo>
                  <a:pt x="280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8245" y="5586445"/>
            <a:ext cx="488950" cy="254000"/>
          </a:xfrm>
          <a:custGeom>
            <a:avLst/>
            <a:gdLst/>
            <a:ahLst/>
            <a:cxnLst/>
            <a:rect l="l" t="t" r="r" b="b"/>
            <a:pathLst>
              <a:path w="488950" h="254000">
                <a:moveTo>
                  <a:pt x="19223" y="0"/>
                </a:moveTo>
                <a:lnTo>
                  <a:pt x="13974" y="1090"/>
                </a:lnTo>
                <a:lnTo>
                  <a:pt x="10702" y="7088"/>
                </a:lnTo>
                <a:lnTo>
                  <a:pt x="0" y="27608"/>
                </a:lnTo>
                <a:lnTo>
                  <a:pt x="1976" y="32516"/>
                </a:lnTo>
                <a:lnTo>
                  <a:pt x="179627" y="126727"/>
                </a:lnTo>
                <a:lnTo>
                  <a:pt x="179627" y="127136"/>
                </a:lnTo>
                <a:lnTo>
                  <a:pt x="1976" y="221347"/>
                </a:lnTo>
                <a:lnTo>
                  <a:pt x="0" y="226254"/>
                </a:lnTo>
                <a:lnTo>
                  <a:pt x="10702" y="246774"/>
                </a:lnTo>
                <a:lnTo>
                  <a:pt x="13974" y="252773"/>
                </a:lnTo>
                <a:lnTo>
                  <a:pt x="19223" y="253864"/>
                </a:lnTo>
                <a:lnTo>
                  <a:pt x="224347" y="144724"/>
                </a:lnTo>
                <a:lnTo>
                  <a:pt x="227074" y="140974"/>
                </a:lnTo>
                <a:lnTo>
                  <a:pt x="227074" y="112888"/>
                </a:lnTo>
                <a:lnTo>
                  <a:pt x="224347" y="109139"/>
                </a:lnTo>
                <a:lnTo>
                  <a:pt x="19223" y="0"/>
                </a:lnTo>
                <a:close/>
              </a:path>
              <a:path w="488950" h="254000">
                <a:moveTo>
                  <a:pt x="280995" y="0"/>
                </a:moveTo>
                <a:lnTo>
                  <a:pt x="275746" y="1090"/>
                </a:lnTo>
                <a:lnTo>
                  <a:pt x="272474" y="7088"/>
                </a:lnTo>
                <a:lnTo>
                  <a:pt x="261772" y="27608"/>
                </a:lnTo>
                <a:lnTo>
                  <a:pt x="263749" y="32516"/>
                </a:lnTo>
                <a:lnTo>
                  <a:pt x="441399" y="126727"/>
                </a:lnTo>
                <a:lnTo>
                  <a:pt x="441399" y="127136"/>
                </a:lnTo>
                <a:lnTo>
                  <a:pt x="263749" y="221347"/>
                </a:lnTo>
                <a:lnTo>
                  <a:pt x="261772" y="226254"/>
                </a:lnTo>
                <a:lnTo>
                  <a:pt x="272474" y="246774"/>
                </a:lnTo>
                <a:lnTo>
                  <a:pt x="275746" y="252773"/>
                </a:lnTo>
                <a:lnTo>
                  <a:pt x="280995" y="253864"/>
                </a:lnTo>
                <a:lnTo>
                  <a:pt x="486119" y="144724"/>
                </a:lnTo>
                <a:lnTo>
                  <a:pt x="488846" y="140974"/>
                </a:lnTo>
                <a:lnTo>
                  <a:pt x="488846" y="112888"/>
                </a:lnTo>
                <a:lnTo>
                  <a:pt x="486119" y="109139"/>
                </a:lnTo>
                <a:lnTo>
                  <a:pt x="280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8245" y="7439792"/>
            <a:ext cx="488950" cy="254000"/>
          </a:xfrm>
          <a:custGeom>
            <a:avLst/>
            <a:gdLst/>
            <a:ahLst/>
            <a:cxnLst/>
            <a:rect l="l" t="t" r="r" b="b"/>
            <a:pathLst>
              <a:path w="488950" h="254000">
                <a:moveTo>
                  <a:pt x="19223" y="0"/>
                </a:moveTo>
                <a:lnTo>
                  <a:pt x="13974" y="1090"/>
                </a:lnTo>
                <a:lnTo>
                  <a:pt x="10702" y="7088"/>
                </a:lnTo>
                <a:lnTo>
                  <a:pt x="0" y="27608"/>
                </a:lnTo>
                <a:lnTo>
                  <a:pt x="1976" y="32516"/>
                </a:lnTo>
                <a:lnTo>
                  <a:pt x="179627" y="126727"/>
                </a:lnTo>
                <a:lnTo>
                  <a:pt x="179627" y="127136"/>
                </a:lnTo>
                <a:lnTo>
                  <a:pt x="1976" y="221347"/>
                </a:lnTo>
                <a:lnTo>
                  <a:pt x="0" y="226254"/>
                </a:lnTo>
                <a:lnTo>
                  <a:pt x="10702" y="246774"/>
                </a:lnTo>
                <a:lnTo>
                  <a:pt x="13974" y="252773"/>
                </a:lnTo>
                <a:lnTo>
                  <a:pt x="19223" y="253864"/>
                </a:lnTo>
                <a:lnTo>
                  <a:pt x="224347" y="144724"/>
                </a:lnTo>
                <a:lnTo>
                  <a:pt x="227074" y="140974"/>
                </a:lnTo>
                <a:lnTo>
                  <a:pt x="227074" y="112888"/>
                </a:lnTo>
                <a:lnTo>
                  <a:pt x="224347" y="109139"/>
                </a:lnTo>
                <a:lnTo>
                  <a:pt x="19223" y="0"/>
                </a:lnTo>
                <a:close/>
              </a:path>
              <a:path w="488950" h="254000">
                <a:moveTo>
                  <a:pt x="280995" y="0"/>
                </a:moveTo>
                <a:lnTo>
                  <a:pt x="275746" y="1090"/>
                </a:lnTo>
                <a:lnTo>
                  <a:pt x="272474" y="7088"/>
                </a:lnTo>
                <a:lnTo>
                  <a:pt x="261772" y="27608"/>
                </a:lnTo>
                <a:lnTo>
                  <a:pt x="263749" y="32516"/>
                </a:lnTo>
                <a:lnTo>
                  <a:pt x="441399" y="126727"/>
                </a:lnTo>
                <a:lnTo>
                  <a:pt x="441399" y="127136"/>
                </a:lnTo>
                <a:lnTo>
                  <a:pt x="263749" y="221347"/>
                </a:lnTo>
                <a:lnTo>
                  <a:pt x="261772" y="226254"/>
                </a:lnTo>
                <a:lnTo>
                  <a:pt x="272474" y="246774"/>
                </a:lnTo>
                <a:lnTo>
                  <a:pt x="275746" y="252773"/>
                </a:lnTo>
                <a:lnTo>
                  <a:pt x="280995" y="253864"/>
                </a:lnTo>
                <a:lnTo>
                  <a:pt x="486119" y="144724"/>
                </a:lnTo>
                <a:lnTo>
                  <a:pt x="488846" y="140974"/>
                </a:lnTo>
                <a:lnTo>
                  <a:pt x="488846" y="112888"/>
                </a:lnTo>
                <a:lnTo>
                  <a:pt x="486119" y="109139"/>
                </a:lnTo>
                <a:lnTo>
                  <a:pt x="280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61674" y="827199"/>
            <a:ext cx="3330575" cy="586740"/>
          </a:xfrm>
          <a:custGeom>
            <a:avLst/>
            <a:gdLst/>
            <a:ahLst/>
            <a:cxnLst/>
            <a:rect l="l" t="t" r="r" b="b"/>
            <a:pathLst>
              <a:path w="3330575" h="586740">
                <a:moveTo>
                  <a:pt x="333392" y="0"/>
                </a:moveTo>
                <a:lnTo>
                  <a:pt x="0" y="0"/>
                </a:lnTo>
                <a:lnTo>
                  <a:pt x="0" y="586369"/>
                </a:lnTo>
                <a:lnTo>
                  <a:pt x="351821" y="586369"/>
                </a:lnTo>
                <a:lnTo>
                  <a:pt x="351821" y="577992"/>
                </a:lnTo>
                <a:lnTo>
                  <a:pt x="69526" y="577992"/>
                </a:lnTo>
                <a:lnTo>
                  <a:pt x="69526" y="268054"/>
                </a:lnTo>
                <a:lnTo>
                  <a:pt x="314126" y="268054"/>
                </a:lnTo>
                <a:lnTo>
                  <a:pt x="314126" y="259677"/>
                </a:lnTo>
                <a:lnTo>
                  <a:pt x="69526" y="259677"/>
                </a:lnTo>
                <a:lnTo>
                  <a:pt x="69526" y="8376"/>
                </a:lnTo>
                <a:lnTo>
                  <a:pt x="333392" y="8376"/>
                </a:lnTo>
                <a:lnTo>
                  <a:pt x="333392" y="0"/>
                </a:lnTo>
                <a:close/>
              </a:path>
              <a:path w="3330575" h="586740">
                <a:moveTo>
                  <a:pt x="621041" y="8376"/>
                </a:moveTo>
                <a:lnTo>
                  <a:pt x="551515" y="8376"/>
                </a:lnTo>
                <a:lnTo>
                  <a:pt x="551515" y="586369"/>
                </a:lnTo>
                <a:lnTo>
                  <a:pt x="621041" y="586369"/>
                </a:lnTo>
                <a:lnTo>
                  <a:pt x="621041" y="8376"/>
                </a:lnTo>
                <a:close/>
              </a:path>
              <a:path w="3330575" h="586740">
                <a:moveTo>
                  <a:pt x="766796" y="0"/>
                </a:moveTo>
                <a:lnTo>
                  <a:pt x="406598" y="0"/>
                </a:lnTo>
                <a:lnTo>
                  <a:pt x="406598" y="8376"/>
                </a:lnTo>
                <a:lnTo>
                  <a:pt x="766796" y="8376"/>
                </a:lnTo>
                <a:lnTo>
                  <a:pt x="766796" y="0"/>
                </a:lnTo>
                <a:close/>
              </a:path>
              <a:path w="3330575" h="586740">
                <a:moveTo>
                  <a:pt x="1184152" y="0"/>
                </a:moveTo>
                <a:lnTo>
                  <a:pt x="850759" y="0"/>
                </a:lnTo>
                <a:lnTo>
                  <a:pt x="850759" y="586369"/>
                </a:lnTo>
                <a:lnTo>
                  <a:pt x="1202581" y="586369"/>
                </a:lnTo>
                <a:lnTo>
                  <a:pt x="1202581" y="577992"/>
                </a:lnTo>
                <a:lnTo>
                  <a:pt x="920286" y="577992"/>
                </a:lnTo>
                <a:lnTo>
                  <a:pt x="920286" y="268054"/>
                </a:lnTo>
                <a:lnTo>
                  <a:pt x="1164885" y="268054"/>
                </a:lnTo>
                <a:lnTo>
                  <a:pt x="1164885" y="259677"/>
                </a:lnTo>
                <a:lnTo>
                  <a:pt x="920286" y="259677"/>
                </a:lnTo>
                <a:lnTo>
                  <a:pt x="920286" y="8376"/>
                </a:lnTo>
                <a:lnTo>
                  <a:pt x="1184152" y="8376"/>
                </a:lnTo>
                <a:lnTo>
                  <a:pt x="1184152" y="0"/>
                </a:lnTo>
                <a:close/>
              </a:path>
              <a:path w="3330575" h="586740">
                <a:moveTo>
                  <a:pt x="1462583" y="0"/>
                </a:moveTo>
                <a:lnTo>
                  <a:pt x="1423897" y="418"/>
                </a:lnTo>
                <a:lnTo>
                  <a:pt x="1382380" y="1675"/>
                </a:lnTo>
                <a:lnTo>
                  <a:pt x="1338035" y="3769"/>
                </a:lnTo>
                <a:lnTo>
                  <a:pt x="1290861" y="6701"/>
                </a:lnTo>
                <a:lnTo>
                  <a:pt x="1290861" y="586369"/>
                </a:lnTo>
                <a:lnTo>
                  <a:pt x="1360387" y="586369"/>
                </a:lnTo>
                <a:lnTo>
                  <a:pt x="1360387" y="309100"/>
                </a:lnTo>
                <a:lnTo>
                  <a:pt x="1545982" y="309100"/>
                </a:lnTo>
                <a:lnTo>
                  <a:pt x="1543000" y="304074"/>
                </a:lnTo>
                <a:lnTo>
                  <a:pt x="1554385" y="300723"/>
                </a:lnTo>
                <a:lnTo>
                  <a:pt x="1360387" y="300723"/>
                </a:lnTo>
                <a:lnTo>
                  <a:pt x="1360387" y="14240"/>
                </a:lnTo>
                <a:lnTo>
                  <a:pt x="1386882" y="11675"/>
                </a:lnTo>
                <a:lnTo>
                  <a:pt x="1412746" y="9842"/>
                </a:lnTo>
                <a:lnTo>
                  <a:pt x="1437979" y="8743"/>
                </a:lnTo>
                <a:lnTo>
                  <a:pt x="1462583" y="8376"/>
                </a:lnTo>
                <a:lnTo>
                  <a:pt x="1546184" y="8376"/>
                </a:lnTo>
                <a:lnTo>
                  <a:pt x="1525807" y="3839"/>
                </a:lnTo>
                <a:lnTo>
                  <a:pt x="1462583" y="0"/>
                </a:lnTo>
                <a:close/>
              </a:path>
              <a:path w="3330575" h="586740">
                <a:moveTo>
                  <a:pt x="1545982" y="309100"/>
                </a:moveTo>
                <a:lnTo>
                  <a:pt x="1468447" y="309100"/>
                </a:lnTo>
                <a:lnTo>
                  <a:pt x="1632630" y="586369"/>
                </a:lnTo>
                <a:lnTo>
                  <a:pt x="1710534" y="586369"/>
                </a:lnTo>
                <a:lnTo>
                  <a:pt x="1545982" y="309100"/>
                </a:lnTo>
                <a:close/>
              </a:path>
              <a:path w="3330575" h="586740">
                <a:moveTo>
                  <a:pt x="1546184" y="8376"/>
                </a:moveTo>
                <a:lnTo>
                  <a:pt x="1462583" y="8376"/>
                </a:lnTo>
                <a:lnTo>
                  <a:pt x="1495202" y="10523"/>
                </a:lnTo>
                <a:lnTo>
                  <a:pt x="1523525" y="16962"/>
                </a:lnTo>
                <a:lnTo>
                  <a:pt x="1567292" y="42721"/>
                </a:lnTo>
                <a:lnTo>
                  <a:pt x="1593679" y="83767"/>
                </a:lnTo>
                <a:lnTo>
                  <a:pt x="1602474" y="139891"/>
                </a:lnTo>
                <a:lnTo>
                  <a:pt x="1597750" y="196182"/>
                </a:lnTo>
                <a:lnTo>
                  <a:pt x="1583576" y="240411"/>
                </a:lnTo>
                <a:lnTo>
                  <a:pt x="1559954" y="272578"/>
                </a:lnTo>
                <a:lnTo>
                  <a:pt x="1526883" y="292682"/>
                </a:lnTo>
                <a:lnTo>
                  <a:pt x="1484363" y="300723"/>
                </a:lnTo>
                <a:lnTo>
                  <a:pt x="1554385" y="300723"/>
                </a:lnTo>
                <a:lnTo>
                  <a:pt x="1602267" y="281247"/>
                </a:lnTo>
                <a:lnTo>
                  <a:pt x="1641007" y="242924"/>
                </a:lnTo>
                <a:lnTo>
                  <a:pt x="1662370" y="193711"/>
                </a:lnTo>
                <a:lnTo>
                  <a:pt x="1669488" y="138215"/>
                </a:lnTo>
                <a:lnTo>
                  <a:pt x="1663741" y="95983"/>
                </a:lnTo>
                <a:lnTo>
                  <a:pt x="1646500" y="61429"/>
                </a:lnTo>
                <a:lnTo>
                  <a:pt x="1617764" y="34553"/>
                </a:lnTo>
                <a:lnTo>
                  <a:pt x="1577533" y="15357"/>
                </a:lnTo>
                <a:lnTo>
                  <a:pt x="1546184" y="8376"/>
                </a:lnTo>
                <a:close/>
              </a:path>
              <a:path w="3330575" h="586740">
                <a:moveTo>
                  <a:pt x="1818248" y="0"/>
                </a:moveTo>
                <a:lnTo>
                  <a:pt x="1789767" y="0"/>
                </a:lnTo>
                <a:lnTo>
                  <a:pt x="1789767" y="586369"/>
                </a:lnTo>
                <a:lnTo>
                  <a:pt x="1800657" y="586369"/>
                </a:lnTo>
                <a:lnTo>
                  <a:pt x="1800657" y="100520"/>
                </a:lnTo>
                <a:lnTo>
                  <a:pt x="1882879" y="100520"/>
                </a:lnTo>
                <a:lnTo>
                  <a:pt x="1818248" y="0"/>
                </a:lnTo>
                <a:close/>
              </a:path>
              <a:path w="3330575" h="586740">
                <a:moveTo>
                  <a:pt x="1882879" y="100520"/>
                </a:moveTo>
                <a:lnTo>
                  <a:pt x="1800657" y="100520"/>
                </a:lnTo>
                <a:lnTo>
                  <a:pt x="2116459" y="586369"/>
                </a:lnTo>
                <a:lnTo>
                  <a:pt x="2177609" y="586369"/>
                </a:lnTo>
                <a:lnTo>
                  <a:pt x="2177609" y="541973"/>
                </a:lnTo>
                <a:lnTo>
                  <a:pt x="2166719" y="541973"/>
                </a:lnTo>
                <a:lnTo>
                  <a:pt x="1882879" y="100520"/>
                </a:lnTo>
                <a:close/>
              </a:path>
              <a:path w="3330575" h="586740">
                <a:moveTo>
                  <a:pt x="2177609" y="0"/>
                </a:moveTo>
                <a:lnTo>
                  <a:pt x="2166719" y="0"/>
                </a:lnTo>
                <a:lnTo>
                  <a:pt x="2166719" y="541973"/>
                </a:lnTo>
                <a:lnTo>
                  <a:pt x="2177609" y="541973"/>
                </a:lnTo>
                <a:lnTo>
                  <a:pt x="2177609" y="0"/>
                </a:lnTo>
                <a:close/>
              </a:path>
              <a:path w="3330575" h="586740">
                <a:moveTo>
                  <a:pt x="2439611" y="577992"/>
                </a:moveTo>
                <a:lnTo>
                  <a:pt x="2290506" y="577992"/>
                </a:lnTo>
                <a:lnTo>
                  <a:pt x="2290506" y="586369"/>
                </a:lnTo>
                <a:lnTo>
                  <a:pt x="2439611" y="586369"/>
                </a:lnTo>
                <a:lnTo>
                  <a:pt x="2439611" y="577992"/>
                </a:lnTo>
                <a:close/>
              </a:path>
              <a:path w="3330575" h="586740">
                <a:moveTo>
                  <a:pt x="2398565" y="8376"/>
                </a:moveTo>
                <a:lnTo>
                  <a:pt x="2329039" y="8376"/>
                </a:lnTo>
                <a:lnTo>
                  <a:pt x="2329039" y="577992"/>
                </a:lnTo>
                <a:lnTo>
                  <a:pt x="2398565" y="577992"/>
                </a:lnTo>
                <a:lnTo>
                  <a:pt x="2398565" y="8376"/>
                </a:lnTo>
                <a:close/>
              </a:path>
              <a:path w="3330575" h="586740">
                <a:moveTo>
                  <a:pt x="2439611" y="0"/>
                </a:moveTo>
                <a:lnTo>
                  <a:pt x="2290506" y="0"/>
                </a:lnTo>
                <a:lnTo>
                  <a:pt x="2290506" y="8376"/>
                </a:lnTo>
                <a:lnTo>
                  <a:pt x="2439611" y="8376"/>
                </a:lnTo>
                <a:lnTo>
                  <a:pt x="2439611" y="0"/>
                </a:lnTo>
                <a:close/>
              </a:path>
              <a:path w="3330575" h="586740">
                <a:moveTo>
                  <a:pt x="2738126" y="8376"/>
                </a:moveTo>
                <a:lnTo>
                  <a:pt x="2668599" y="8376"/>
                </a:lnTo>
                <a:lnTo>
                  <a:pt x="2668599" y="586369"/>
                </a:lnTo>
                <a:lnTo>
                  <a:pt x="2738126" y="586369"/>
                </a:lnTo>
                <a:lnTo>
                  <a:pt x="2738126" y="8376"/>
                </a:lnTo>
                <a:close/>
              </a:path>
              <a:path w="3330575" h="586740">
                <a:moveTo>
                  <a:pt x="2883880" y="0"/>
                </a:moveTo>
                <a:lnTo>
                  <a:pt x="2523682" y="0"/>
                </a:lnTo>
                <a:lnTo>
                  <a:pt x="2523682" y="8376"/>
                </a:lnTo>
                <a:lnTo>
                  <a:pt x="2883880" y="8376"/>
                </a:lnTo>
                <a:lnTo>
                  <a:pt x="2883880" y="0"/>
                </a:lnTo>
                <a:close/>
              </a:path>
              <a:path w="3330575" h="586740">
                <a:moveTo>
                  <a:pt x="3005541" y="0"/>
                </a:moveTo>
                <a:lnTo>
                  <a:pt x="2934329" y="0"/>
                </a:lnTo>
                <a:lnTo>
                  <a:pt x="3101863" y="406270"/>
                </a:lnTo>
                <a:lnTo>
                  <a:pt x="3101863" y="586369"/>
                </a:lnTo>
                <a:lnTo>
                  <a:pt x="3171400" y="586369"/>
                </a:lnTo>
                <a:lnTo>
                  <a:pt x="3171400" y="387841"/>
                </a:lnTo>
                <a:lnTo>
                  <a:pt x="3176357" y="377789"/>
                </a:lnTo>
                <a:lnTo>
                  <a:pt x="3165537" y="377789"/>
                </a:lnTo>
                <a:lnTo>
                  <a:pt x="3005541" y="0"/>
                </a:lnTo>
                <a:close/>
              </a:path>
              <a:path w="3330575" h="586740">
                <a:moveTo>
                  <a:pt x="3314642" y="0"/>
                </a:moveTo>
                <a:lnTo>
                  <a:pt x="3307930" y="5026"/>
                </a:lnTo>
                <a:lnTo>
                  <a:pt x="3313432" y="11936"/>
                </a:lnTo>
                <a:lnTo>
                  <a:pt x="3317358" y="20104"/>
                </a:lnTo>
                <a:lnTo>
                  <a:pt x="3319711" y="29527"/>
                </a:lnTo>
                <a:lnTo>
                  <a:pt x="3320495" y="40208"/>
                </a:lnTo>
                <a:lnTo>
                  <a:pt x="3319920" y="51412"/>
                </a:lnTo>
                <a:lnTo>
                  <a:pt x="3318193" y="62406"/>
                </a:lnTo>
                <a:lnTo>
                  <a:pt x="3315314" y="73191"/>
                </a:lnTo>
                <a:lnTo>
                  <a:pt x="3311281" y="83767"/>
                </a:lnTo>
                <a:lnTo>
                  <a:pt x="3165537" y="377789"/>
                </a:lnTo>
                <a:lnTo>
                  <a:pt x="3176357" y="377789"/>
                </a:lnTo>
                <a:lnTo>
                  <a:pt x="3321343" y="83767"/>
                </a:lnTo>
                <a:lnTo>
                  <a:pt x="3330547" y="41045"/>
                </a:lnTo>
                <a:lnTo>
                  <a:pt x="3329554" y="29056"/>
                </a:lnTo>
                <a:lnTo>
                  <a:pt x="3326572" y="18219"/>
                </a:lnTo>
                <a:lnTo>
                  <a:pt x="3321602" y="8533"/>
                </a:lnTo>
                <a:lnTo>
                  <a:pt x="33146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729" y="544486"/>
            <a:ext cx="2240769" cy="114132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1465619" y="2837609"/>
            <a:ext cx="7256780" cy="6408420"/>
            <a:chOff x="11465619" y="2837609"/>
            <a:chExt cx="7256780" cy="64084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5619" y="2837609"/>
              <a:ext cx="7256323" cy="640818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517973" y="2869022"/>
              <a:ext cx="7172959" cy="6324600"/>
            </a:xfrm>
            <a:custGeom>
              <a:avLst/>
              <a:gdLst/>
              <a:ahLst/>
              <a:cxnLst/>
              <a:rect l="l" t="t" r="r" b="b"/>
              <a:pathLst>
                <a:path w="7172959" h="6324600">
                  <a:moveTo>
                    <a:pt x="6900313" y="0"/>
                  </a:moveTo>
                  <a:lnTo>
                    <a:pt x="272243" y="0"/>
                  </a:lnTo>
                  <a:lnTo>
                    <a:pt x="223307" y="4386"/>
                  </a:lnTo>
                  <a:lnTo>
                    <a:pt x="177248" y="17032"/>
                  </a:lnTo>
                  <a:lnTo>
                    <a:pt x="134836" y="37170"/>
                  </a:lnTo>
                  <a:lnTo>
                    <a:pt x="96840" y="64029"/>
                  </a:lnTo>
                  <a:lnTo>
                    <a:pt x="64028" y="96842"/>
                  </a:lnTo>
                  <a:lnTo>
                    <a:pt x="37169" y="134838"/>
                  </a:lnTo>
                  <a:lnTo>
                    <a:pt x="17032" y="177250"/>
                  </a:lnTo>
                  <a:lnTo>
                    <a:pt x="4386" y="223308"/>
                  </a:lnTo>
                  <a:lnTo>
                    <a:pt x="0" y="272243"/>
                  </a:lnTo>
                  <a:lnTo>
                    <a:pt x="0" y="6052171"/>
                  </a:lnTo>
                  <a:lnTo>
                    <a:pt x="4386" y="6101107"/>
                  </a:lnTo>
                  <a:lnTo>
                    <a:pt x="17032" y="6147166"/>
                  </a:lnTo>
                  <a:lnTo>
                    <a:pt x="37169" y="6189577"/>
                  </a:lnTo>
                  <a:lnTo>
                    <a:pt x="64028" y="6227574"/>
                  </a:lnTo>
                  <a:lnTo>
                    <a:pt x="96840" y="6260386"/>
                  </a:lnTo>
                  <a:lnTo>
                    <a:pt x="134836" y="6287245"/>
                  </a:lnTo>
                  <a:lnTo>
                    <a:pt x="177248" y="6307382"/>
                  </a:lnTo>
                  <a:lnTo>
                    <a:pt x="223307" y="6320028"/>
                  </a:lnTo>
                  <a:lnTo>
                    <a:pt x="272243" y="6324414"/>
                  </a:lnTo>
                  <a:lnTo>
                    <a:pt x="6900313" y="6324414"/>
                  </a:lnTo>
                  <a:lnTo>
                    <a:pt x="6949248" y="6320028"/>
                  </a:lnTo>
                  <a:lnTo>
                    <a:pt x="6995306" y="6307382"/>
                  </a:lnTo>
                  <a:lnTo>
                    <a:pt x="7037717" y="6287245"/>
                  </a:lnTo>
                  <a:lnTo>
                    <a:pt x="7075714" y="6260386"/>
                  </a:lnTo>
                  <a:lnTo>
                    <a:pt x="7108526" y="6227574"/>
                  </a:lnTo>
                  <a:lnTo>
                    <a:pt x="7135386" y="6189577"/>
                  </a:lnTo>
                  <a:lnTo>
                    <a:pt x="7155523" y="6147166"/>
                  </a:lnTo>
                  <a:lnTo>
                    <a:pt x="7168170" y="6101107"/>
                  </a:lnTo>
                  <a:lnTo>
                    <a:pt x="7172556" y="6052171"/>
                  </a:lnTo>
                  <a:lnTo>
                    <a:pt x="7172556" y="272243"/>
                  </a:lnTo>
                  <a:lnTo>
                    <a:pt x="7168170" y="223308"/>
                  </a:lnTo>
                  <a:lnTo>
                    <a:pt x="7155523" y="177250"/>
                  </a:lnTo>
                  <a:lnTo>
                    <a:pt x="7135386" y="134838"/>
                  </a:lnTo>
                  <a:lnTo>
                    <a:pt x="7108526" y="96842"/>
                  </a:lnTo>
                  <a:lnTo>
                    <a:pt x="7075714" y="64029"/>
                  </a:lnTo>
                  <a:lnTo>
                    <a:pt x="7037717" y="37170"/>
                  </a:lnTo>
                  <a:lnTo>
                    <a:pt x="6995306" y="17032"/>
                  </a:lnTo>
                  <a:lnTo>
                    <a:pt x="6949248" y="4386"/>
                  </a:lnTo>
                  <a:lnTo>
                    <a:pt x="6900313" y="0"/>
                  </a:lnTo>
                  <a:close/>
                </a:path>
              </a:pathLst>
            </a:custGeom>
            <a:solidFill>
              <a:srgbClr val="0C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21072" y="3738106"/>
              <a:ext cx="4533893" cy="27433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741571" y="6762095"/>
              <a:ext cx="2985135" cy="452755"/>
            </a:xfrm>
            <a:custGeom>
              <a:avLst/>
              <a:gdLst/>
              <a:ahLst/>
              <a:cxnLst/>
              <a:rect l="l" t="t" r="r" b="b"/>
              <a:pathLst>
                <a:path w="2985134" h="452754">
                  <a:moveTo>
                    <a:pt x="451085" y="0"/>
                  </a:moveTo>
                  <a:lnTo>
                    <a:pt x="75390" y="0"/>
                  </a:lnTo>
                  <a:lnTo>
                    <a:pt x="65220" y="628"/>
                  </a:lnTo>
                  <a:lnTo>
                    <a:pt x="29017" y="15549"/>
                  </a:lnTo>
                  <a:lnTo>
                    <a:pt x="5654" y="46412"/>
                  </a:lnTo>
                  <a:lnTo>
                    <a:pt x="0" y="75390"/>
                  </a:lnTo>
                  <a:lnTo>
                    <a:pt x="0" y="376951"/>
                  </a:lnTo>
                  <a:lnTo>
                    <a:pt x="10052" y="415275"/>
                  </a:lnTo>
                  <a:lnTo>
                    <a:pt x="37066" y="442290"/>
                  </a:lnTo>
                  <a:lnTo>
                    <a:pt x="75390" y="452342"/>
                  </a:lnTo>
                  <a:lnTo>
                    <a:pt x="451085" y="452342"/>
                  </a:lnTo>
                  <a:lnTo>
                    <a:pt x="451085" y="401453"/>
                  </a:lnTo>
                  <a:lnTo>
                    <a:pt x="68689" y="401453"/>
                  </a:lnTo>
                  <a:lnTo>
                    <a:pt x="62825" y="399150"/>
                  </a:lnTo>
                  <a:lnTo>
                    <a:pt x="57799" y="394542"/>
                  </a:lnTo>
                  <a:lnTo>
                    <a:pt x="53192" y="389516"/>
                  </a:lnTo>
                  <a:lnTo>
                    <a:pt x="50888" y="383653"/>
                  </a:lnTo>
                  <a:lnTo>
                    <a:pt x="50888" y="68689"/>
                  </a:lnTo>
                  <a:lnTo>
                    <a:pt x="53192" y="63034"/>
                  </a:lnTo>
                  <a:lnTo>
                    <a:pt x="62825" y="53401"/>
                  </a:lnTo>
                  <a:lnTo>
                    <a:pt x="68689" y="50888"/>
                  </a:lnTo>
                  <a:lnTo>
                    <a:pt x="451085" y="50888"/>
                  </a:lnTo>
                  <a:lnTo>
                    <a:pt x="451085" y="0"/>
                  </a:lnTo>
                  <a:close/>
                </a:path>
                <a:path w="2985134" h="452754">
                  <a:moveTo>
                    <a:pt x="568107" y="0"/>
                  </a:moveTo>
                  <a:lnTo>
                    <a:pt x="517218" y="0"/>
                  </a:lnTo>
                  <a:lnTo>
                    <a:pt x="517218" y="452342"/>
                  </a:lnTo>
                  <a:lnTo>
                    <a:pt x="568107" y="452342"/>
                  </a:lnTo>
                  <a:lnTo>
                    <a:pt x="568107" y="251929"/>
                  </a:lnTo>
                  <a:lnTo>
                    <a:pt x="980869" y="251929"/>
                  </a:lnTo>
                  <a:lnTo>
                    <a:pt x="980869" y="200412"/>
                  </a:lnTo>
                  <a:lnTo>
                    <a:pt x="568107" y="200412"/>
                  </a:lnTo>
                  <a:lnTo>
                    <a:pt x="568107" y="0"/>
                  </a:lnTo>
                  <a:close/>
                </a:path>
                <a:path w="2985134" h="452754">
                  <a:moveTo>
                    <a:pt x="980869" y="251929"/>
                  </a:moveTo>
                  <a:lnTo>
                    <a:pt x="929352" y="251929"/>
                  </a:lnTo>
                  <a:lnTo>
                    <a:pt x="929352" y="452342"/>
                  </a:lnTo>
                  <a:lnTo>
                    <a:pt x="980869" y="452342"/>
                  </a:lnTo>
                  <a:lnTo>
                    <a:pt x="980869" y="251929"/>
                  </a:lnTo>
                  <a:close/>
                </a:path>
                <a:path w="2985134" h="452754">
                  <a:moveTo>
                    <a:pt x="980869" y="0"/>
                  </a:moveTo>
                  <a:lnTo>
                    <a:pt x="929352" y="0"/>
                  </a:lnTo>
                  <a:lnTo>
                    <a:pt x="929352" y="200412"/>
                  </a:lnTo>
                  <a:lnTo>
                    <a:pt x="980869" y="200412"/>
                  </a:lnTo>
                  <a:lnTo>
                    <a:pt x="980869" y="0"/>
                  </a:lnTo>
                  <a:close/>
                </a:path>
                <a:path w="2985134" h="452754">
                  <a:moveTo>
                    <a:pt x="1464992" y="0"/>
                  </a:moveTo>
                  <a:lnTo>
                    <a:pt x="1052229" y="0"/>
                  </a:lnTo>
                  <a:lnTo>
                    <a:pt x="1052229" y="452342"/>
                  </a:lnTo>
                  <a:lnTo>
                    <a:pt x="1464992" y="452342"/>
                  </a:lnTo>
                  <a:lnTo>
                    <a:pt x="1464992" y="401453"/>
                  </a:lnTo>
                  <a:lnTo>
                    <a:pt x="1103118" y="401453"/>
                  </a:lnTo>
                  <a:lnTo>
                    <a:pt x="1103118" y="251929"/>
                  </a:lnTo>
                  <a:lnTo>
                    <a:pt x="1393999" y="251929"/>
                  </a:lnTo>
                  <a:lnTo>
                    <a:pt x="1393999" y="200412"/>
                  </a:lnTo>
                  <a:lnTo>
                    <a:pt x="1103118" y="200412"/>
                  </a:lnTo>
                  <a:lnTo>
                    <a:pt x="1103118" y="50888"/>
                  </a:lnTo>
                  <a:lnTo>
                    <a:pt x="1464992" y="50888"/>
                  </a:lnTo>
                  <a:lnTo>
                    <a:pt x="1464992" y="0"/>
                  </a:lnTo>
                  <a:close/>
                </a:path>
                <a:path w="2985134" h="452754">
                  <a:moveTo>
                    <a:pt x="1761297" y="50888"/>
                  </a:moveTo>
                  <a:lnTo>
                    <a:pt x="1710408" y="50888"/>
                  </a:lnTo>
                  <a:lnTo>
                    <a:pt x="1710408" y="452342"/>
                  </a:lnTo>
                  <a:lnTo>
                    <a:pt x="1761297" y="452342"/>
                  </a:lnTo>
                  <a:lnTo>
                    <a:pt x="1761297" y="50888"/>
                  </a:lnTo>
                  <a:close/>
                </a:path>
                <a:path w="2985134" h="452754">
                  <a:moveTo>
                    <a:pt x="1961709" y="0"/>
                  </a:moveTo>
                  <a:lnTo>
                    <a:pt x="1509367" y="0"/>
                  </a:lnTo>
                  <a:lnTo>
                    <a:pt x="1509367" y="50888"/>
                  </a:lnTo>
                  <a:lnTo>
                    <a:pt x="1961709" y="50888"/>
                  </a:lnTo>
                  <a:lnTo>
                    <a:pt x="1961709" y="0"/>
                  </a:lnTo>
                  <a:close/>
                </a:path>
                <a:path w="2985134" h="452754">
                  <a:moveTo>
                    <a:pt x="2078428" y="0"/>
                  </a:moveTo>
                  <a:lnTo>
                    <a:pt x="2008692" y="0"/>
                  </a:lnTo>
                  <a:lnTo>
                    <a:pt x="2008692" y="452342"/>
                  </a:lnTo>
                  <a:lnTo>
                    <a:pt x="2059581" y="452342"/>
                  </a:lnTo>
                  <a:lnTo>
                    <a:pt x="2059581" y="57799"/>
                  </a:lnTo>
                  <a:lnTo>
                    <a:pt x="2127024" y="57799"/>
                  </a:lnTo>
                  <a:lnTo>
                    <a:pt x="2078428" y="0"/>
                  </a:lnTo>
                  <a:close/>
                </a:path>
                <a:path w="2985134" h="452754">
                  <a:moveTo>
                    <a:pt x="2127024" y="57799"/>
                  </a:moveTo>
                  <a:lnTo>
                    <a:pt x="2059581" y="57799"/>
                  </a:lnTo>
                  <a:lnTo>
                    <a:pt x="2391298" y="452342"/>
                  </a:lnTo>
                  <a:lnTo>
                    <a:pt x="2461035" y="452342"/>
                  </a:lnTo>
                  <a:lnTo>
                    <a:pt x="2461035" y="394542"/>
                  </a:lnTo>
                  <a:lnTo>
                    <a:pt x="2410146" y="394542"/>
                  </a:lnTo>
                  <a:lnTo>
                    <a:pt x="2127024" y="57799"/>
                  </a:lnTo>
                  <a:close/>
                </a:path>
                <a:path w="2985134" h="452754">
                  <a:moveTo>
                    <a:pt x="2461035" y="0"/>
                  </a:moveTo>
                  <a:lnTo>
                    <a:pt x="2410146" y="0"/>
                  </a:lnTo>
                  <a:lnTo>
                    <a:pt x="2410146" y="394542"/>
                  </a:lnTo>
                  <a:lnTo>
                    <a:pt x="2461035" y="394542"/>
                  </a:lnTo>
                  <a:lnTo>
                    <a:pt x="2461035" y="0"/>
                  </a:lnTo>
                  <a:close/>
                </a:path>
                <a:path w="2985134" h="452754">
                  <a:moveTo>
                    <a:pt x="2909628" y="0"/>
                  </a:moveTo>
                  <a:lnTo>
                    <a:pt x="2608067" y="0"/>
                  </a:lnTo>
                  <a:lnTo>
                    <a:pt x="2597897" y="628"/>
                  </a:lnTo>
                  <a:lnTo>
                    <a:pt x="2561694" y="15549"/>
                  </a:lnTo>
                  <a:lnTo>
                    <a:pt x="2538331" y="46412"/>
                  </a:lnTo>
                  <a:lnTo>
                    <a:pt x="2532676" y="75390"/>
                  </a:lnTo>
                  <a:lnTo>
                    <a:pt x="2532676" y="452342"/>
                  </a:lnTo>
                  <a:lnTo>
                    <a:pt x="2583565" y="452342"/>
                  </a:lnTo>
                  <a:lnTo>
                    <a:pt x="2583565" y="287111"/>
                  </a:lnTo>
                  <a:lnTo>
                    <a:pt x="2985019" y="287111"/>
                  </a:lnTo>
                  <a:lnTo>
                    <a:pt x="2985019" y="236222"/>
                  </a:lnTo>
                  <a:lnTo>
                    <a:pt x="2583565" y="236222"/>
                  </a:lnTo>
                  <a:lnTo>
                    <a:pt x="2583565" y="68689"/>
                  </a:lnTo>
                  <a:lnTo>
                    <a:pt x="2585868" y="63034"/>
                  </a:lnTo>
                  <a:lnTo>
                    <a:pt x="2595502" y="53401"/>
                  </a:lnTo>
                  <a:lnTo>
                    <a:pt x="2601365" y="50888"/>
                  </a:lnTo>
                  <a:lnTo>
                    <a:pt x="2980895" y="50888"/>
                  </a:lnTo>
                  <a:lnTo>
                    <a:pt x="2979364" y="46412"/>
                  </a:lnTo>
                  <a:lnTo>
                    <a:pt x="2955648" y="15549"/>
                  </a:lnTo>
                  <a:lnTo>
                    <a:pt x="2919759" y="628"/>
                  </a:lnTo>
                  <a:lnTo>
                    <a:pt x="2909628" y="0"/>
                  </a:lnTo>
                  <a:close/>
                </a:path>
                <a:path w="2985134" h="452754">
                  <a:moveTo>
                    <a:pt x="2985019" y="287111"/>
                  </a:moveTo>
                  <a:lnTo>
                    <a:pt x="2934130" y="287111"/>
                  </a:lnTo>
                  <a:lnTo>
                    <a:pt x="2934130" y="452342"/>
                  </a:lnTo>
                  <a:lnTo>
                    <a:pt x="2985019" y="452342"/>
                  </a:lnTo>
                  <a:lnTo>
                    <a:pt x="2985019" y="287111"/>
                  </a:lnTo>
                  <a:close/>
                </a:path>
                <a:path w="2985134" h="452754">
                  <a:moveTo>
                    <a:pt x="2980895" y="50888"/>
                  </a:moveTo>
                  <a:lnTo>
                    <a:pt x="2916330" y="50888"/>
                  </a:lnTo>
                  <a:lnTo>
                    <a:pt x="2921984" y="53401"/>
                  </a:lnTo>
                  <a:lnTo>
                    <a:pt x="2926591" y="58427"/>
                  </a:lnTo>
                  <a:lnTo>
                    <a:pt x="2931617" y="63034"/>
                  </a:lnTo>
                  <a:lnTo>
                    <a:pt x="2934130" y="68689"/>
                  </a:lnTo>
                  <a:lnTo>
                    <a:pt x="2934130" y="236222"/>
                  </a:lnTo>
                  <a:lnTo>
                    <a:pt x="2985019" y="236222"/>
                  </a:lnTo>
                  <a:lnTo>
                    <a:pt x="2985019" y="75390"/>
                  </a:lnTo>
                  <a:lnTo>
                    <a:pt x="2984390" y="65259"/>
                  </a:lnTo>
                  <a:lnTo>
                    <a:pt x="2982506" y="55600"/>
                  </a:lnTo>
                  <a:lnTo>
                    <a:pt x="2980895" y="50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89770" y="7684586"/>
              <a:ext cx="5815388" cy="63977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7454965" y="83767"/>
            <a:ext cx="2094230" cy="2178050"/>
            <a:chOff x="17454965" y="83767"/>
            <a:chExt cx="2094230" cy="2178050"/>
          </a:xfrm>
        </p:grpSpPr>
        <p:sp>
          <p:nvSpPr>
            <p:cNvPr id="23" name="object 23"/>
            <p:cNvSpPr/>
            <p:nvPr/>
          </p:nvSpPr>
          <p:spPr>
            <a:xfrm>
              <a:off x="17883120" y="667150"/>
              <a:ext cx="1210310" cy="777875"/>
            </a:xfrm>
            <a:custGeom>
              <a:avLst/>
              <a:gdLst/>
              <a:ahLst/>
              <a:cxnLst/>
              <a:rect l="l" t="t" r="r" b="b"/>
              <a:pathLst>
                <a:path w="1210309" h="777875">
                  <a:moveTo>
                    <a:pt x="1209973" y="0"/>
                  </a:moveTo>
                  <a:lnTo>
                    <a:pt x="0" y="0"/>
                  </a:lnTo>
                  <a:lnTo>
                    <a:pt x="0" y="777837"/>
                  </a:lnTo>
                  <a:lnTo>
                    <a:pt x="1209973" y="777837"/>
                  </a:lnTo>
                  <a:lnTo>
                    <a:pt x="1209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54965" y="83767"/>
              <a:ext cx="2094177" cy="2177943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8348" y="7455186"/>
            <a:ext cx="7013240" cy="2261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22618" y="1361217"/>
            <a:ext cx="6482080" cy="9947910"/>
          </a:xfrm>
          <a:custGeom>
            <a:avLst/>
            <a:gdLst/>
            <a:ahLst/>
            <a:cxnLst/>
            <a:rect l="l" t="t" r="r" b="b"/>
            <a:pathLst>
              <a:path w="6482080" h="9947910">
                <a:moveTo>
                  <a:pt x="3141268" y="0"/>
                </a:moveTo>
                <a:lnTo>
                  <a:pt x="0" y="0"/>
                </a:lnTo>
                <a:lnTo>
                  <a:pt x="0" y="2345486"/>
                </a:lnTo>
                <a:lnTo>
                  <a:pt x="3141268" y="2345486"/>
                </a:lnTo>
                <a:lnTo>
                  <a:pt x="3141268" y="0"/>
                </a:lnTo>
                <a:close/>
              </a:path>
              <a:path w="6482080" h="9947910">
                <a:moveTo>
                  <a:pt x="6481483" y="6847967"/>
                </a:moveTo>
                <a:lnTo>
                  <a:pt x="3141268" y="6847967"/>
                </a:lnTo>
                <a:lnTo>
                  <a:pt x="3141268" y="4690961"/>
                </a:lnTo>
                <a:lnTo>
                  <a:pt x="0" y="4690961"/>
                </a:lnTo>
                <a:lnTo>
                  <a:pt x="0" y="7036435"/>
                </a:lnTo>
                <a:lnTo>
                  <a:pt x="3141268" y="7036435"/>
                </a:lnTo>
                <a:lnTo>
                  <a:pt x="3141268" y="9947338"/>
                </a:lnTo>
                <a:lnTo>
                  <a:pt x="6481483" y="9947338"/>
                </a:lnTo>
                <a:lnTo>
                  <a:pt x="6481483" y="6847967"/>
                </a:lnTo>
                <a:close/>
              </a:path>
              <a:path w="6482080" h="9947910">
                <a:moveTo>
                  <a:pt x="6481483" y="2345486"/>
                </a:moveTo>
                <a:lnTo>
                  <a:pt x="3141268" y="2345486"/>
                </a:lnTo>
                <a:lnTo>
                  <a:pt x="3141268" y="4690961"/>
                </a:lnTo>
                <a:lnTo>
                  <a:pt x="6481483" y="4690961"/>
                </a:lnTo>
                <a:lnTo>
                  <a:pt x="6481483" y="2345486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248" y="691078"/>
            <a:ext cx="1581103" cy="6701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763888" y="0"/>
            <a:ext cx="5151755" cy="3246120"/>
          </a:xfrm>
          <a:custGeom>
            <a:avLst/>
            <a:gdLst/>
            <a:ahLst/>
            <a:cxnLst/>
            <a:rect l="l" t="t" r="r" b="b"/>
            <a:pathLst>
              <a:path w="5151755" h="3246120">
                <a:moveTo>
                  <a:pt x="5151675" y="0"/>
                </a:moveTo>
                <a:lnTo>
                  <a:pt x="0" y="0"/>
                </a:lnTo>
                <a:lnTo>
                  <a:pt x="0" y="3245974"/>
                </a:lnTo>
                <a:lnTo>
                  <a:pt x="5151675" y="3245974"/>
                </a:lnTo>
                <a:lnTo>
                  <a:pt x="515167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0026" y="770658"/>
            <a:ext cx="9124950" cy="594995"/>
          </a:xfrm>
          <a:custGeom>
            <a:avLst/>
            <a:gdLst/>
            <a:ahLst/>
            <a:cxnLst/>
            <a:rect l="l" t="t" r="r" b="b"/>
            <a:pathLst>
              <a:path w="9124950" h="594994">
                <a:moveTo>
                  <a:pt x="71202" y="4188"/>
                </a:moveTo>
                <a:lnTo>
                  <a:pt x="0" y="4188"/>
                </a:lnTo>
                <a:lnTo>
                  <a:pt x="185962" y="594746"/>
                </a:lnTo>
                <a:lnTo>
                  <a:pt x="195177" y="590557"/>
                </a:lnTo>
                <a:lnTo>
                  <a:pt x="230796" y="500089"/>
                </a:lnTo>
                <a:lnTo>
                  <a:pt x="221145" y="500089"/>
                </a:lnTo>
                <a:lnTo>
                  <a:pt x="71202" y="4188"/>
                </a:lnTo>
                <a:close/>
              </a:path>
              <a:path w="9124950" h="594994">
                <a:moveTo>
                  <a:pt x="399967" y="243762"/>
                </a:moveTo>
                <a:lnTo>
                  <a:pt x="331717" y="243762"/>
                </a:lnTo>
                <a:lnTo>
                  <a:pt x="442290" y="594746"/>
                </a:lnTo>
                <a:lnTo>
                  <a:pt x="451504" y="590557"/>
                </a:lnTo>
                <a:lnTo>
                  <a:pt x="487088" y="500089"/>
                </a:lnTo>
                <a:lnTo>
                  <a:pt x="477472" y="500089"/>
                </a:lnTo>
                <a:lnTo>
                  <a:pt x="399967" y="243762"/>
                </a:lnTo>
                <a:close/>
              </a:path>
              <a:path w="9124950" h="594994">
                <a:moveTo>
                  <a:pt x="327529" y="4188"/>
                </a:moveTo>
                <a:lnTo>
                  <a:pt x="256327" y="4188"/>
                </a:lnTo>
                <a:lnTo>
                  <a:pt x="327529" y="230359"/>
                </a:lnTo>
                <a:lnTo>
                  <a:pt x="221145" y="500089"/>
                </a:lnTo>
                <a:lnTo>
                  <a:pt x="230796" y="500089"/>
                </a:lnTo>
                <a:lnTo>
                  <a:pt x="331717" y="243762"/>
                </a:lnTo>
                <a:lnTo>
                  <a:pt x="399967" y="243762"/>
                </a:lnTo>
                <a:lnTo>
                  <a:pt x="327529" y="4188"/>
                </a:lnTo>
                <a:close/>
              </a:path>
              <a:path w="9124950" h="594994">
                <a:moveTo>
                  <a:pt x="642493" y="4188"/>
                </a:moveTo>
                <a:lnTo>
                  <a:pt x="635792" y="9214"/>
                </a:lnTo>
                <a:lnTo>
                  <a:pt x="641289" y="16125"/>
                </a:lnTo>
                <a:lnTo>
                  <a:pt x="645215" y="24292"/>
                </a:lnTo>
                <a:lnTo>
                  <a:pt x="647571" y="33716"/>
                </a:lnTo>
                <a:lnTo>
                  <a:pt x="648357" y="44396"/>
                </a:lnTo>
                <a:lnTo>
                  <a:pt x="647781" y="55600"/>
                </a:lnTo>
                <a:lnTo>
                  <a:pt x="646053" y="66594"/>
                </a:lnTo>
                <a:lnTo>
                  <a:pt x="643174" y="77379"/>
                </a:lnTo>
                <a:lnTo>
                  <a:pt x="639142" y="87955"/>
                </a:lnTo>
                <a:lnTo>
                  <a:pt x="477472" y="500089"/>
                </a:lnTo>
                <a:lnTo>
                  <a:pt x="487088" y="500089"/>
                </a:lnTo>
                <a:lnTo>
                  <a:pt x="649194" y="87955"/>
                </a:lnTo>
                <a:lnTo>
                  <a:pt x="658409" y="45234"/>
                </a:lnTo>
                <a:lnTo>
                  <a:pt x="657414" y="33245"/>
                </a:lnTo>
                <a:lnTo>
                  <a:pt x="654430" y="22407"/>
                </a:lnTo>
                <a:lnTo>
                  <a:pt x="649456" y="12722"/>
                </a:lnTo>
                <a:lnTo>
                  <a:pt x="642493" y="4188"/>
                </a:lnTo>
                <a:close/>
              </a:path>
              <a:path w="9124950" h="594994">
                <a:moveTo>
                  <a:pt x="794700" y="4188"/>
                </a:moveTo>
                <a:lnTo>
                  <a:pt x="725174" y="4188"/>
                </a:lnTo>
                <a:lnTo>
                  <a:pt x="725174" y="590557"/>
                </a:lnTo>
                <a:lnTo>
                  <a:pt x="794700" y="590557"/>
                </a:lnTo>
                <a:lnTo>
                  <a:pt x="794700" y="282295"/>
                </a:lnTo>
                <a:lnTo>
                  <a:pt x="1136468" y="282295"/>
                </a:lnTo>
                <a:lnTo>
                  <a:pt x="1136468" y="273918"/>
                </a:lnTo>
                <a:lnTo>
                  <a:pt x="794700" y="273918"/>
                </a:lnTo>
                <a:lnTo>
                  <a:pt x="794700" y="4188"/>
                </a:lnTo>
                <a:close/>
              </a:path>
              <a:path w="9124950" h="594994">
                <a:moveTo>
                  <a:pt x="1136468" y="282295"/>
                </a:moveTo>
                <a:lnTo>
                  <a:pt x="1066941" y="282295"/>
                </a:lnTo>
                <a:lnTo>
                  <a:pt x="1066941" y="590557"/>
                </a:lnTo>
                <a:lnTo>
                  <a:pt x="1136468" y="590557"/>
                </a:lnTo>
                <a:lnTo>
                  <a:pt x="1136468" y="282295"/>
                </a:lnTo>
                <a:close/>
              </a:path>
              <a:path w="9124950" h="594994">
                <a:moveTo>
                  <a:pt x="1136468" y="4188"/>
                </a:moveTo>
                <a:lnTo>
                  <a:pt x="1066941" y="4188"/>
                </a:lnTo>
                <a:lnTo>
                  <a:pt x="1066941" y="273918"/>
                </a:lnTo>
                <a:lnTo>
                  <a:pt x="1136468" y="273918"/>
                </a:lnTo>
                <a:lnTo>
                  <a:pt x="1136468" y="4188"/>
                </a:lnTo>
                <a:close/>
              </a:path>
              <a:path w="9124950" h="594994">
                <a:moveTo>
                  <a:pt x="1454835" y="0"/>
                </a:moveTo>
                <a:lnTo>
                  <a:pt x="1445620" y="4188"/>
                </a:lnTo>
                <a:lnTo>
                  <a:pt x="1195157" y="590557"/>
                </a:lnTo>
                <a:lnTo>
                  <a:pt x="1205209" y="590557"/>
                </a:lnTo>
                <a:lnTo>
                  <a:pt x="1284788" y="406270"/>
                </a:lnTo>
                <a:lnTo>
                  <a:pt x="1600055" y="406270"/>
                </a:lnTo>
                <a:lnTo>
                  <a:pt x="1597061" y="397893"/>
                </a:lnTo>
                <a:lnTo>
                  <a:pt x="1288138" y="397893"/>
                </a:lnTo>
                <a:lnTo>
                  <a:pt x="1419653" y="94656"/>
                </a:lnTo>
                <a:lnTo>
                  <a:pt x="1488670" y="94656"/>
                </a:lnTo>
                <a:lnTo>
                  <a:pt x="1454835" y="0"/>
                </a:lnTo>
                <a:close/>
              </a:path>
              <a:path w="9124950" h="594994">
                <a:moveTo>
                  <a:pt x="1600055" y="406270"/>
                </a:moveTo>
                <a:lnTo>
                  <a:pt x="1529387" y="406270"/>
                </a:lnTo>
                <a:lnTo>
                  <a:pt x="1594726" y="590557"/>
                </a:lnTo>
                <a:lnTo>
                  <a:pt x="1665928" y="590557"/>
                </a:lnTo>
                <a:lnTo>
                  <a:pt x="1600055" y="406270"/>
                </a:lnTo>
                <a:close/>
              </a:path>
              <a:path w="9124950" h="594994">
                <a:moveTo>
                  <a:pt x="1871785" y="12565"/>
                </a:moveTo>
                <a:lnTo>
                  <a:pt x="1802259" y="12565"/>
                </a:lnTo>
                <a:lnTo>
                  <a:pt x="1802259" y="590557"/>
                </a:lnTo>
                <a:lnTo>
                  <a:pt x="1871785" y="590557"/>
                </a:lnTo>
                <a:lnTo>
                  <a:pt x="1871785" y="12565"/>
                </a:lnTo>
                <a:close/>
              </a:path>
              <a:path w="9124950" h="594994">
                <a:moveTo>
                  <a:pt x="1488670" y="94656"/>
                </a:moveTo>
                <a:lnTo>
                  <a:pt x="1419653" y="94656"/>
                </a:lnTo>
                <a:lnTo>
                  <a:pt x="1526874" y="397893"/>
                </a:lnTo>
                <a:lnTo>
                  <a:pt x="1597061" y="397893"/>
                </a:lnTo>
                <a:lnTo>
                  <a:pt x="1488670" y="94656"/>
                </a:lnTo>
                <a:close/>
              </a:path>
              <a:path w="9124950" h="594994">
                <a:moveTo>
                  <a:pt x="2017540" y="4188"/>
                </a:moveTo>
                <a:lnTo>
                  <a:pt x="1657342" y="4188"/>
                </a:lnTo>
                <a:lnTo>
                  <a:pt x="1657342" y="12565"/>
                </a:lnTo>
                <a:lnTo>
                  <a:pt x="2017540" y="12565"/>
                </a:lnTo>
                <a:lnTo>
                  <a:pt x="2017540" y="4188"/>
                </a:lnTo>
                <a:close/>
              </a:path>
              <a:path w="9124950" h="594994">
                <a:moveTo>
                  <a:pt x="2577994" y="0"/>
                </a:moveTo>
                <a:lnTo>
                  <a:pt x="2568780" y="4188"/>
                </a:lnTo>
                <a:lnTo>
                  <a:pt x="2318316" y="590557"/>
                </a:lnTo>
                <a:lnTo>
                  <a:pt x="2328368" y="590557"/>
                </a:lnTo>
                <a:lnTo>
                  <a:pt x="2407947" y="406270"/>
                </a:lnTo>
                <a:lnTo>
                  <a:pt x="2723214" y="406270"/>
                </a:lnTo>
                <a:lnTo>
                  <a:pt x="2720220" y="397893"/>
                </a:lnTo>
                <a:lnTo>
                  <a:pt x="2411298" y="397893"/>
                </a:lnTo>
                <a:lnTo>
                  <a:pt x="2542812" y="94656"/>
                </a:lnTo>
                <a:lnTo>
                  <a:pt x="2611829" y="94656"/>
                </a:lnTo>
                <a:lnTo>
                  <a:pt x="2577994" y="0"/>
                </a:lnTo>
                <a:close/>
              </a:path>
              <a:path w="9124950" h="594994">
                <a:moveTo>
                  <a:pt x="2723214" y="406270"/>
                </a:moveTo>
                <a:lnTo>
                  <a:pt x="2652547" y="406270"/>
                </a:lnTo>
                <a:lnTo>
                  <a:pt x="2717885" y="590557"/>
                </a:lnTo>
                <a:lnTo>
                  <a:pt x="2789087" y="590557"/>
                </a:lnTo>
                <a:lnTo>
                  <a:pt x="2723214" y="406270"/>
                </a:lnTo>
                <a:close/>
              </a:path>
              <a:path w="9124950" h="594994">
                <a:moveTo>
                  <a:pt x="2611829" y="94656"/>
                </a:moveTo>
                <a:lnTo>
                  <a:pt x="2542812" y="94656"/>
                </a:lnTo>
                <a:lnTo>
                  <a:pt x="2650034" y="397893"/>
                </a:lnTo>
                <a:lnTo>
                  <a:pt x="2720220" y="397893"/>
                </a:lnTo>
                <a:lnTo>
                  <a:pt x="2611829" y="94656"/>
                </a:lnTo>
                <a:close/>
              </a:path>
              <a:path w="9124950" h="594994">
                <a:moveTo>
                  <a:pt x="3036462" y="4188"/>
                </a:moveTo>
                <a:lnTo>
                  <a:pt x="2997770" y="4607"/>
                </a:lnTo>
                <a:lnTo>
                  <a:pt x="2956251" y="5863"/>
                </a:lnTo>
                <a:lnTo>
                  <a:pt x="2911907" y="7958"/>
                </a:lnTo>
                <a:lnTo>
                  <a:pt x="2864739" y="10889"/>
                </a:lnTo>
                <a:lnTo>
                  <a:pt x="2864739" y="590557"/>
                </a:lnTo>
                <a:lnTo>
                  <a:pt x="2934266" y="590557"/>
                </a:lnTo>
                <a:lnTo>
                  <a:pt x="2934266" y="313289"/>
                </a:lnTo>
                <a:lnTo>
                  <a:pt x="3119861" y="313289"/>
                </a:lnTo>
                <a:lnTo>
                  <a:pt x="3116878" y="308263"/>
                </a:lnTo>
                <a:lnTo>
                  <a:pt x="3128263" y="304912"/>
                </a:lnTo>
                <a:lnTo>
                  <a:pt x="2934266" y="304912"/>
                </a:lnTo>
                <a:lnTo>
                  <a:pt x="2934266" y="18428"/>
                </a:lnTo>
                <a:lnTo>
                  <a:pt x="2960755" y="15863"/>
                </a:lnTo>
                <a:lnTo>
                  <a:pt x="2986617" y="14031"/>
                </a:lnTo>
                <a:lnTo>
                  <a:pt x="3011852" y="12931"/>
                </a:lnTo>
                <a:lnTo>
                  <a:pt x="3036462" y="12565"/>
                </a:lnTo>
                <a:lnTo>
                  <a:pt x="3120059" y="12565"/>
                </a:lnTo>
                <a:lnTo>
                  <a:pt x="3099682" y="8027"/>
                </a:lnTo>
                <a:lnTo>
                  <a:pt x="3036462" y="4188"/>
                </a:lnTo>
                <a:close/>
              </a:path>
              <a:path w="9124950" h="594994">
                <a:moveTo>
                  <a:pt x="3119861" y="313289"/>
                </a:moveTo>
                <a:lnTo>
                  <a:pt x="3042326" y="313289"/>
                </a:lnTo>
                <a:lnTo>
                  <a:pt x="3206509" y="590557"/>
                </a:lnTo>
                <a:lnTo>
                  <a:pt x="3284413" y="590557"/>
                </a:lnTo>
                <a:lnTo>
                  <a:pt x="3119861" y="313289"/>
                </a:lnTo>
                <a:close/>
              </a:path>
              <a:path w="9124950" h="594994">
                <a:moveTo>
                  <a:pt x="3120059" y="12565"/>
                </a:moveTo>
                <a:lnTo>
                  <a:pt x="3036462" y="12565"/>
                </a:lnTo>
                <a:lnTo>
                  <a:pt x="3069076" y="14711"/>
                </a:lnTo>
                <a:lnTo>
                  <a:pt x="3097400" y="21151"/>
                </a:lnTo>
                <a:lnTo>
                  <a:pt x="3141171" y="46909"/>
                </a:lnTo>
                <a:lnTo>
                  <a:pt x="3167558" y="87955"/>
                </a:lnTo>
                <a:lnTo>
                  <a:pt x="3176353" y="144079"/>
                </a:lnTo>
                <a:lnTo>
                  <a:pt x="3171629" y="200370"/>
                </a:lnTo>
                <a:lnTo>
                  <a:pt x="3157455" y="244599"/>
                </a:lnTo>
                <a:lnTo>
                  <a:pt x="3133833" y="276766"/>
                </a:lnTo>
                <a:lnTo>
                  <a:pt x="3100762" y="296870"/>
                </a:lnTo>
                <a:lnTo>
                  <a:pt x="3058241" y="304912"/>
                </a:lnTo>
                <a:lnTo>
                  <a:pt x="3128263" y="304912"/>
                </a:lnTo>
                <a:lnTo>
                  <a:pt x="3176138" y="285436"/>
                </a:lnTo>
                <a:lnTo>
                  <a:pt x="3214886" y="247112"/>
                </a:lnTo>
                <a:lnTo>
                  <a:pt x="3236245" y="197900"/>
                </a:lnTo>
                <a:lnTo>
                  <a:pt x="3243367" y="142404"/>
                </a:lnTo>
                <a:lnTo>
                  <a:pt x="3237619" y="100171"/>
                </a:lnTo>
                <a:lnTo>
                  <a:pt x="3220377" y="65617"/>
                </a:lnTo>
                <a:lnTo>
                  <a:pt x="3191639" y="38742"/>
                </a:lnTo>
                <a:lnTo>
                  <a:pt x="3151408" y="19545"/>
                </a:lnTo>
                <a:lnTo>
                  <a:pt x="3120059" y="12565"/>
                </a:lnTo>
                <a:close/>
              </a:path>
              <a:path w="9124950" h="594994">
                <a:moveTo>
                  <a:pt x="3701227" y="4188"/>
                </a:moveTo>
                <a:lnTo>
                  <a:pt x="3367834" y="4188"/>
                </a:lnTo>
                <a:lnTo>
                  <a:pt x="3367834" y="590557"/>
                </a:lnTo>
                <a:lnTo>
                  <a:pt x="3719656" y="590557"/>
                </a:lnTo>
                <a:lnTo>
                  <a:pt x="3719656" y="582181"/>
                </a:lnTo>
                <a:lnTo>
                  <a:pt x="3437350" y="582181"/>
                </a:lnTo>
                <a:lnTo>
                  <a:pt x="3437350" y="272243"/>
                </a:lnTo>
                <a:lnTo>
                  <a:pt x="3681961" y="272243"/>
                </a:lnTo>
                <a:lnTo>
                  <a:pt x="3681961" y="263866"/>
                </a:lnTo>
                <a:lnTo>
                  <a:pt x="3437350" y="263866"/>
                </a:lnTo>
                <a:lnTo>
                  <a:pt x="3437350" y="12565"/>
                </a:lnTo>
                <a:lnTo>
                  <a:pt x="3701227" y="12565"/>
                </a:lnTo>
                <a:lnTo>
                  <a:pt x="3701227" y="4188"/>
                </a:lnTo>
                <a:close/>
              </a:path>
              <a:path w="9124950" h="594994">
                <a:moveTo>
                  <a:pt x="4095948" y="4188"/>
                </a:moveTo>
                <a:lnTo>
                  <a:pt x="4024746" y="4188"/>
                </a:lnTo>
                <a:lnTo>
                  <a:pt x="4210709" y="594746"/>
                </a:lnTo>
                <a:lnTo>
                  <a:pt x="4219923" y="590557"/>
                </a:lnTo>
                <a:lnTo>
                  <a:pt x="4255542" y="500089"/>
                </a:lnTo>
                <a:lnTo>
                  <a:pt x="4245891" y="500089"/>
                </a:lnTo>
                <a:lnTo>
                  <a:pt x="4095948" y="4188"/>
                </a:lnTo>
                <a:close/>
              </a:path>
              <a:path w="9124950" h="594994">
                <a:moveTo>
                  <a:pt x="4424714" y="243762"/>
                </a:moveTo>
                <a:lnTo>
                  <a:pt x="4356464" y="243762"/>
                </a:lnTo>
                <a:lnTo>
                  <a:pt x="4467036" y="594746"/>
                </a:lnTo>
                <a:lnTo>
                  <a:pt x="4476251" y="590557"/>
                </a:lnTo>
                <a:lnTo>
                  <a:pt x="4511835" y="500089"/>
                </a:lnTo>
                <a:lnTo>
                  <a:pt x="4502218" y="500089"/>
                </a:lnTo>
                <a:lnTo>
                  <a:pt x="4424714" y="243762"/>
                </a:lnTo>
                <a:close/>
              </a:path>
              <a:path w="9124950" h="594994">
                <a:moveTo>
                  <a:pt x="4352275" y="4188"/>
                </a:moveTo>
                <a:lnTo>
                  <a:pt x="4281073" y="4188"/>
                </a:lnTo>
                <a:lnTo>
                  <a:pt x="4352275" y="230359"/>
                </a:lnTo>
                <a:lnTo>
                  <a:pt x="4245891" y="500089"/>
                </a:lnTo>
                <a:lnTo>
                  <a:pt x="4255542" y="500089"/>
                </a:lnTo>
                <a:lnTo>
                  <a:pt x="4356464" y="243762"/>
                </a:lnTo>
                <a:lnTo>
                  <a:pt x="4424714" y="243762"/>
                </a:lnTo>
                <a:lnTo>
                  <a:pt x="4352275" y="4188"/>
                </a:lnTo>
                <a:close/>
              </a:path>
              <a:path w="9124950" h="594994">
                <a:moveTo>
                  <a:pt x="4667240" y="4188"/>
                </a:moveTo>
                <a:lnTo>
                  <a:pt x="4660538" y="9214"/>
                </a:lnTo>
                <a:lnTo>
                  <a:pt x="4666035" y="16125"/>
                </a:lnTo>
                <a:lnTo>
                  <a:pt x="4669962" y="24292"/>
                </a:lnTo>
                <a:lnTo>
                  <a:pt x="4672318" y="33716"/>
                </a:lnTo>
                <a:lnTo>
                  <a:pt x="4673103" y="44396"/>
                </a:lnTo>
                <a:lnTo>
                  <a:pt x="4672528" y="55600"/>
                </a:lnTo>
                <a:lnTo>
                  <a:pt x="4670801" y="66594"/>
                </a:lnTo>
                <a:lnTo>
                  <a:pt x="4667922" y="77379"/>
                </a:lnTo>
                <a:lnTo>
                  <a:pt x="4663889" y="87955"/>
                </a:lnTo>
                <a:lnTo>
                  <a:pt x="4502218" y="500089"/>
                </a:lnTo>
                <a:lnTo>
                  <a:pt x="4511835" y="500089"/>
                </a:lnTo>
                <a:lnTo>
                  <a:pt x="4673941" y="87955"/>
                </a:lnTo>
                <a:lnTo>
                  <a:pt x="4683155" y="45234"/>
                </a:lnTo>
                <a:lnTo>
                  <a:pt x="4682160" y="33245"/>
                </a:lnTo>
                <a:lnTo>
                  <a:pt x="4679175" y="22407"/>
                </a:lnTo>
                <a:lnTo>
                  <a:pt x="4674201" y="12722"/>
                </a:lnTo>
                <a:lnTo>
                  <a:pt x="4667240" y="4188"/>
                </a:lnTo>
                <a:close/>
              </a:path>
              <a:path w="9124950" h="594994">
                <a:moveTo>
                  <a:pt x="5100064" y="4188"/>
                </a:moveTo>
                <a:lnTo>
                  <a:pt x="4766671" y="4188"/>
                </a:lnTo>
                <a:lnTo>
                  <a:pt x="4766671" y="590557"/>
                </a:lnTo>
                <a:lnTo>
                  <a:pt x="5118493" y="590557"/>
                </a:lnTo>
                <a:lnTo>
                  <a:pt x="5118493" y="582181"/>
                </a:lnTo>
                <a:lnTo>
                  <a:pt x="4836198" y="582181"/>
                </a:lnTo>
                <a:lnTo>
                  <a:pt x="4836198" y="272243"/>
                </a:lnTo>
                <a:lnTo>
                  <a:pt x="5080798" y="272243"/>
                </a:lnTo>
                <a:lnTo>
                  <a:pt x="5080798" y="263866"/>
                </a:lnTo>
                <a:lnTo>
                  <a:pt x="4836198" y="263866"/>
                </a:lnTo>
                <a:lnTo>
                  <a:pt x="4836198" y="12565"/>
                </a:lnTo>
                <a:lnTo>
                  <a:pt x="5100064" y="12565"/>
                </a:lnTo>
                <a:lnTo>
                  <a:pt x="5100064" y="4188"/>
                </a:lnTo>
                <a:close/>
              </a:path>
              <a:path w="9124950" h="594994">
                <a:moveTo>
                  <a:pt x="5431970" y="533596"/>
                </a:moveTo>
                <a:lnTo>
                  <a:pt x="5466105" y="562653"/>
                </a:lnTo>
                <a:lnTo>
                  <a:pt x="5508198" y="578621"/>
                </a:lnTo>
                <a:lnTo>
                  <a:pt x="5554061" y="588202"/>
                </a:lnTo>
                <a:lnTo>
                  <a:pt x="5603693" y="591395"/>
                </a:lnTo>
                <a:lnTo>
                  <a:pt x="5630445" y="590610"/>
                </a:lnTo>
                <a:lnTo>
                  <a:pt x="5655416" y="588254"/>
                </a:lnTo>
                <a:lnTo>
                  <a:pt x="5678609" y="584327"/>
                </a:lnTo>
                <a:lnTo>
                  <a:pt x="5683708" y="583018"/>
                </a:lnTo>
                <a:lnTo>
                  <a:pt x="5593641" y="583018"/>
                </a:lnTo>
                <a:lnTo>
                  <a:pt x="5570706" y="582181"/>
                </a:lnTo>
                <a:lnTo>
                  <a:pt x="5525471" y="575480"/>
                </a:lnTo>
                <a:lnTo>
                  <a:pt x="5482385" y="562025"/>
                </a:lnTo>
                <a:lnTo>
                  <a:pt x="5446786" y="544015"/>
                </a:lnTo>
                <a:lnTo>
                  <a:pt x="5431970" y="533596"/>
                </a:lnTo>
                <a:close/>
              </a:path>
              <a:path w="9124950" h="594994">
                <a:moveTo>
                  <a:pt x="5601180" y="2513"/>
                </a:moveTo>
                <a:lnTo>
                  <a:pt x="5562697" y="4921"/>
                </a:lnTo>
                <a:lnTo>
                  <a:pt x="5501128" y="24187"/>
                </a:lnTo>
                <a:lnTo>
                  <a:pt x="5460082" y="61359"/>
                </a:lnTo>
                <a:lnTo>
                  <a:pt x="5439561" y="110782"/>
                </a:lnTo>
                <a:lnTo>
                  <a:pt x="5436996" y="139891"/>
                </a:lnTo>
                <a:lnTo>
                  <a:pt x="5440974" y="176225"/>
                </a:lnTo>
                <a:lnTo>
                  <a:pt x="5472804" y="235699"/>
                </a:lnTo>
                <a:lnTo>
                  <a:pt x="5515264" y="268264"/>
                </a:lnTo>
                <a:lnTo>
                  <a:pt x="5563485" y="294022"/>
                </a:lnTo>
                <a:lnTo>
                  <a:pt x="5648138" y="330618"/>
                </a:lnTo>
                <a:lnTo>
                  <a:pt x="5664209" y="338209"/>
                </a:lnTo>
                <a:lnTo>
                  <a:pt x="5722012" y="375014"/>
                </a:lnTo>
                <a:lnTo>
                  <a:pt x="5753845" y="427369"/>
                </a:lnTo>
                <a:lnTo>
                  <a:pt x="5757824" y="459043"/>
                </a:lnTo>
                <a:lnTo>
                  <a:pt x="5754787" y="487786"/>
                </a:lnTo>
                <a:lnTo>
                  <a:pt x="5730494" y="534277"/>
                </a:lnTo>
                <a:lnTo>
                  <a:pt x="5684109" y="565585"/>
                </a:lnTo>
                <a:lnTo>
                  <a:pt x="5626310" y="581081"/>
                </a:lnTo>
                <a:lnTo>
                  <a:pt x="5593641" y="583018"/>
                </a:lnTo>
                <a:lnTo>
                  <a:pt x="5683708" y="583018"/>
                </a:lnTo>
                <a:lnTo>
                  <a:pt x="5720178" y="570663"/>
                </a:lnTo>
                <a:lnTo>
                  <a:pt x="5755780" y="545533"/>
                </a:lnTo>
                <a:lnTo>
                  <a:pt x="5784051" y="509199"/>
                </a:lnTo>
                <a:lnTo>
                  <a:pt x="5798712" y="464802"/>
                </a:lnTo>
                <a:lnTo>
                  <a:pt x="5800545" y="439777"/>
                </a:lnTo>
                <a:lnTo>
                  <a:pt x="5799446" y="414594"/>
                </a:lnTo>
                <a:lnTo>
                  <a:pt x="5790650" y="371454"/>
                </a:lnTo>
                <a:lnTo>
                  <a:pt x="5773478" y="337267"/>
                </a:lnTo>
                <a:lnTo>
                  <a:pt x="5736882" y="299886"/>
                </a:lnTo>
                <a:lnTo>
                  <a:pt x="5690859" y="273342"/>
                </a:lnTo>
                <a:lnTo>
                  <a:pt x="5639709" y="251301"/>
                </a:lnTo>
                <a:lnTo>
                  <a:pt x="5605368" y="238736"/>
                </a:lnTo>
                <a:lnTo>
                  <a:pt x="5588925" y="232348"/>
                </a:lnTo>
                <a:lnTo>
                  <a:pt x="5543380" y="211930"/>
                </a:lnTo>
                <a:lnTo>
                  <a:pt x="5495631" y="171513"/>
                </a:lnTo>
                <a:lnTo>
                  <a:pt x="5479717" y="117273"/>
                </a:lnTo>
                <a:lnTo>
                  <a:pt x="5482073" y="93505"/>
                </a:lnTo>
                <a:lnTo>
                  <a:pt x="5500921" y="54134"/>
                </a:lnTo>
                <a:lnTo>
                  <a:pt x="5538092" y="26072"/>
                </a:lnTo>
                <a:lnTo>
                  <a:pt x="5590446" y="11832"/>
                </a:lnTo>
                <a:lnTo>
                  <a:pt x="5622122" y="10052"/>
                </a:lnTo>
                <a:lnTo>
                  <a:pt x="5686725" y="10052"/>
                </a:lnTo>
                <a:lnTo>
                  <a:pt x="5684737" y="9633"/>
                </a:lnTo>
                <a:lnTo>
                  <a:pt x="5642802" y="4293"/>
                </a:lnTo>
                <a:lnTo>
                  <a:pt x="5601180" y="2513"/>
                </a:lnTo>
                <a:close/>
              </a:path>
              <a:path w="9124950" h="594994">
                <a:moveTo>
                  <a:pt x="5686725" y="10052"/>
                </a:moveTo>
                <a:lnTo>
                  <a:pt x="5622122" y="10052"/>
                </a:lnTo>
                <a:lnTo>
                  <a:pt x="5656570" y="11884"/>
                </a:lnTo>
                <a:lnTo>
                  <a:pt x="5692064" y="17381"/>
                </a:lnTo>
                <a:lnTo>
                  <a:pt x="5728607" y="26543"/>
                </a:lnTo>
                <a:lnTo>
                  <a:pt x="5766201" y="39370"/>
                </a:lnTo>
                <a:lnTo>
                  <a:pt x="5769552" y="30993"/>
                </a:lnTo>
                <a:lnTo>
                  <a:pt x="5726987" y="18533"/>
                </a:lnTo>
                <a:lnTo>
                  <a:pt x="5686725" y="10052"/>
                </a:lnTo>
                <a:close/>
              </a:path>
              <a:path w="9124950" h="594994">
                <a:moveTo>
                  <a:pt x="6136158" y="837"/>
                </a:moveTo>
                <a:lnTo>
                  <a:pt x="6080554" y="5811"/>
                </a:lnTo>
                <a:lnTo>
                  <a:pt x="6030188" y="20732"/>
                </a:lnTo>
                <a:lnTo>
                  <a:pt x="5985059" y="45601"/>
                </a:lnTo>
                <a:lnTo>
                  <a:pt x="5945169" y="80416"/>
                </a:lnTo>
                <a:lnTo>
                  <a:pt x="5918629" y="114861"/>
                </a:lnTo>
                <a:lnTo>
                  <a:pt x="5897989" y="155204"/>
                </a:lnTo>
                <a:lnTo>
                  <a:pt x="5883247" y="201443"/>
                </a:lnTo>
                <a:lnTo>
                  <a:pt x="5874402" y="253580"/>
                </a:lnTo>
                <a:lnTo>
                  <a:pt x="5871454" y="311613"/>
                </a:lnTo>
                <a:lnTo>
                  <a:pt x="5872658" y="348523"/>
                </a:lnTo>
                <a:lnTo>
                  <a:pt x="5882290" y="415118"/>
                </a:lnTo>
                <a:lnTo>
                  <a:pt x="5901715" y="471347"/>
                </a:lnTo>
                <a:lnTo>
                  <a:pt x="5929358" y="515324"/>
                </a:lnTo>
                <a:lnTo>
                  <a:pt x="5982340" y="559512"/>
                </a:lnTo>
                <a:lnTo>
                  <a:pt x="6023489" y="578621"/>
                </a:lnTo>
                <a:lnTo>
                  <a:pt x="6069456" y="590086"/>
                </a:lnTo>
                <a:lnTo>
                  <a:pt x="6120242" y="593908"/>
                </a:lnTo>
                <a:lnTo>
                  <a:pt x="6178721" y="589092"/>
                </a:lnTo>
                <a:lnTo>
                  <a:pt x="6191607" y="585531"/>
                </a:lnTo>
                <a:lnTo>
                  <a:pt x="6127782" y="585531"/>
                </a:lnTo>
                <a:lnTo>
                  <a:pt x="6087571" y="581343"/>
                </a:lnTo>
                <a:lnTo>
                  <a:pt x="6051551" y="568778"/>
                </a:lnTo>
                <a:lnTo>
                  <a:pt x="6019720" y="547836"/>
                </a:lnTo>
                <a:lnTo>
                  <a:pt x="5992079" y="518518"/>
                </a:lnTo>
                <a:lnTo>
                  <a:pt x="5969721" y="480090"/>
                </a:lnTo>
                <a:lnTo>
                  <a:pt x="5953753" y="431819"/>
                </a:lnTo>
                <a:lnTo>
                  <a:pt x="5944174" y="373706"/>
                </a:lnTo>
                <a:lnTo>
                  <a:pt x="5940981" y="305750"/>
                </a:lnTo>
                <a:lnTo>
                  <a:pt x="5943125" y="250262"/>
                </a:lnTo>
                <a:lnTo>
                  <a:pt x="5949557" y="200404"/>
                </a:lnTo>
                <a:lnTo>
                  <a:pt x="5960278" y="156175"/>
                </a:lnTo>
                <a:lnTo>
                  <a:pt x="5975289" y="117575"/>
                </a:lnTo>
                <a:lnTo>
                  <a:pt x="5994592" y="84604"/>
                </a:lnTo>
                <a:lnTo>
                  <a:pt x="6023697" y="51621"/>
                </a:lnTo>
                <a:lnTo>
                  <a:pt x="6056576" y="28061"/>
                </a:lnTo>
                <a:lnTo>
                  <a:pt x="6093225" y="13926"/>
                </a:lnTo>
                <a:lnTo>
                  <a:pt x="6133645" y="9214"/>
                </a:lnTo>
                <a:lnTo>
                  <a:pt x="6207010" y="9214"/>
                </a:lnTo>
                <a:lnTo>
                  <a:pt x="6191390" y="5130"/>
                </a:lnTo>
                <a:lnTo>
                  <a:pt x="6136158" y="837"/>
                </a:lnTo>
                <a:close/>
              </a:path>
              <a:path w="9124950" h="594994">
                <a:moveTo>
                  <a:pt x="6207010" y="9214"/>
                </a:moveTo>
                <a:lnTo>
                  <a:pt x="6133645" y="9214"/>
                </a:lnTo>
                <a:lnTo>
                  <a:pt x="6173849" y="13455"/>
                </a:lnTo>
                <a:lnTo>
                  <a:pt x="6209868" y="26177"/>
                </a:lnTo>
                <a:lnTo>
                  <a:pt x="6241701" y="47380"/>
                </a:lnTo>
                <a:lnTo>
                  <a:pt x="6269348" y="77065"/>
                </a:lnTo>
                <a:lnTo>
                  <a:pt x="6292067" y="115808"/>
                </a:lnTo>
                <a:lnTo>
                  <a:pt x="6308297" y="164183"/>
                </a:lnTo>
                <a:lnTo>
                  <a:pt x="6318037" y="222192"/>
                </a:lnTo>
                <a:lnTo>
                  <a:pt x="6321283" y="289834"/>
                </a:lnTo>
                <a:lnTo>
                  <a:pt x="6319105" y="344751"/>
                </a:lnTo>
                <a:lnTo>
                  <a:pt x="6312570" y="394241"/>
                </a:lnTo>
                <a:lnTo>
                  <a:pt x="6301679" y="438303"/>
                </a:lnTo>
                <a:lnTo>
                  <a:pt x="6286434" y="476936"/>
                </a:lnTo>
                <a:lnTo>
                  <a:pt x="6266835" y="510141"/>
                </a:lnTo>
                <a:lnTo>
                  <a:pt x="6238037" y="543124"/>
                </a:lnTo>
                <a:lnTo>
                  <a:pt x="6205263" y="566684"/>
                </a:lnTo>
                <a:lnTo>
                  <a:pt x="6168512" y="580820"/>
                </a:lnTo>
                <a:lnTo>
                  <a:pt x="6127782" y="585531"/>
                </a:lnTo>
                <a:lnTo>
                  <a:pt x="6191607" y="585531"/>
                </a:lnTo>
                <a:lnTo>
                  <a:pt x="6231022" y="574642"/>
                </a:lnTo>
                <a:lnTo>
                  <a:pt x="6277146" y="550559"/>
                </a:lnTo>
                <a:lnTo>
                  <a:pt x="6317095" y="516842"/>
                </a:lnTo>
                <a:lnTo>
                  <a:pt x="6343631" y="483068"/>
                </a:lnTo>
                <a:lnTo>
                  <a:pt x="6364271" y="443396"/>
                </a:lnTo>
                <a:lnTo>
                  <a:pt x="6379015" y="397826"/>
                </a:lnTo>
                <a:lnTo>
                  <a:pt x="6387861" y="346360"/>
                </a:lnTo>
                <a:lnTo>
                  <a:pt x="6390810" y="288996"/>
                </a:lnTo>
                <a:lnTo>
                  <a:pt x="6388028" y="231967"/>
                </a:lnTo>
                <a:lnTo>
                  <a:pt x="6379684" y="181506"/>
                </a:lnTo>
                <a:lnTo>
                  <a:pt x="6365778" y="137612"/>
                </a:lnTo>
                <a:lnTo>
                  <a:pt x="6346310" y="100286"/>
                </a:lnTo>
                <a:lnTo>
                  <a:pt x="6321283" y="69526"/>
                </a:lnTo>
                <a:lnTo>
                  <a:pt x="6283951" y="39475"/>
                </a:lnTo>
                <a:lnTo>
                  <a:pt x="6240654" y="18010"/>
                </a:lnTo>
                <a:lnTo>
                  <a:pt x="6207010" y="9214"/>
                </a:lnTo>
                <a:close/>
              </a:path>
              <a:path w="9124950" h="594994">
                <a:moveTo>
                  <a:pt x="6847833" y="4188"/>
                </a:moveTo>
                <a:lnTo>
                  <a:pt x="6776631" y="4188"/>
                </a:lnTo>
                <a:lnTo>
                  <a:pt x="6987713" y="594746"/>
                </a:lnTo>
                <a:lnTo>
                  <a:pt x="6996938" y="590557"/>
                </a:lnTo>
                <a:lnTo>
                  <a:pt x="7035536" y="500089"/>
                </a:lnTo>
                <a:lnTo>
                  <a:pt x="7022896" y="500089"/>
                </a:lnTo>
                <a:lnTo>
                  <a:pt x="6847833" y="4188"/>
                </a:lnTo>
                <a:close/>
              </a:path>
              <a:path w="9124950" h="594994">
                <a:moveTo>
                  <a:pt x="6552439" y="4188"/>
                </a:moveTo>
                <a:lnTo>
                  <a:pt x="6482912" y="4188"/>
                </a:lnTo>
                <a:lnTo>
                  <a:pt x="6482912" y="590557"/>
                </a:lnTo>
                <a:lnTo>
                  <a:pt x="6801227" y="590557"/>
                </a:lnTo>
                <a:lnTo>
                  <a:pt x="6801227" y="582181"/>
                </a:lnTo>
                <a:lnTo>
                  <a:pt x="6552439" y="582181"/>
                </a:lnTo>
                <a:lnTo>
                  <a:pt x="6552439" y="4188"/>
                </a:lnTo>
                <a:close/>
              </a:path>
              <a:path w="9124950" h="594994">
                <a:moveTo>
                  <a:pt x="7204681" y="4188"/>
                </a:moveTo>
                <a:lnTo>
                  <a:pt x="7197979" y="9214"/>
                </a:lnTo>
                <a:lnTo>
                  <a:pt x="7203477" y="16125"/>
                </a:lnTo>
                <a:lnTo>
                  <a:pt x="7207403" y="24292"/>
                </a:lnTo>
                <a:lnTo>
                  <a:pt x="7209759" y="33716"/>
                </a:lnTo>
                <a:lnTo>
                  <a:pt x="7210544" y="44396"/>
                </a:lnTo>
                <a:lnTo>
                  <a:pt x="7209967" y="55600"/>
                </a:lnTo>
                <a:lnTo>
                  <a:pt x="7208238" y="66594"/>
                </a:lnTo>
                <a:lnTo>
                  <a:pt x="7205358" y="77379"/>
                </a:lnTo>
                <a:lnTo>
                  <a:pt x="7201330" y="87955"/>
                </a:lnTo>
                <a:lnTo>
                  <a:pt x="7022896" y="500089"/>
                </a:lnTo>
                <a:lnTo>
                  <a:pt x="7035536" y="500089"/>
                </a:lnTo>
                <a:lnTo>
                  <a:pt x="7211372" y="87955"/>
                </a:lnTo>
                <a:lnTo>
                  <a:pt x="7220586" y="45234"/>
                </a:lnTo>
                <a:lnTo>
                  <a:pt x="7219592" y="33245"/>
                </a:lnTo>
                <a:lnTo>
                  <a:pt x="7216611" y="22407"/>
                </a:lnTo>
                <a:lnTo>
                  <a:pt x="7211641" y="12722"/>
                </a:lnTo>
                <a:lnTo>
                  <a:pt x="7204681" y="4188"/>
                </a:lnTo>
                <a:close/>
              </a:path>
              <a:path w="9124950" h="594994">
                <a:moveTo>
                  <a:pt x="7453333" y="582181"/>
                </a:moveTo>
                <a:lnTo>
                  <a:pt x="7304227" y="582181"/>
                </a:lnTo>
                <a:lnTo>
                  <a:pt x="7304227" y="590557"/>
                </a:lnTo>
                <a:lnTo>
                  <a:pt x="7453333" y="590557"/>
                </a:lnTo>
                <a:lnTo>
                  <a:pt x="7453333" y="582181"/>
                </a:lnTo>
                <a:close/>
              </a:path>
              <a:path w="9124950" h="594994">
                <a:moveTo>
                  <a:pt x="7412287" y="12565"/>
                </a:moveTo>
                <a:lnTo>
                  <a:pt x="7342760" y="12565"/>
                </a:lnTo>
                <a:lnTo>
                  <a:pt x="7342760" y="582181"/>
                </a:lnTo>
                <a:lnTo>
                  <a:pt x="7412287" y="582181"/>
                </a:lnTo>
                <a:lnTo>
                  <a:pt x="7412287" y="12565"/>
                </a:lnTo>
                <a:close/>
              </a:path>
              <a:path w="9124950" h="594994">
                <a:moveTo>
                  <a:pt x="7453333" y="4188"/>
                </a:moveTo>
                <a:lnTo>
                  <a:pt x="7304227" y="4188"/>
                </a:lnTo>
                <a:lnTo>
                  <a:pt x="7304227" y="12565"/>
                </a:lnTo>
                <a:lnTo>
                  <a:pt x="7453333" y="12565"/>
                </a:lnTo>
                <a:lnTo>
                  <a:pt x="7453333" y="4188"/>
                </a:lnTo>
                <a:close/>
              </a:path>
              <a:path w="9124950" h="594994">
                <a:moveTo>
                  <a:pt x="7595203" y="4188"/>
                </a:moveTo>
                <a:lnTo>
                  <a:pt x="7566722" y="4188"/>
                </a:lnTo>
                <a:lnTo>
                  <a:pt x="7566722" y="590557"/>
                </a:lnTo>
                <a:lnTo>
                  <a:pt x="7577612" y="590557"/>
                </a:lnTo>
                <a:lnTo>
                  <a:pt x="7577612" y="104708"/>
                </a:lnTo>
                <a:lnTo>
                  <a:pt x="7659834" y="104708"/>
                </a:lnTo>
                <a:lnTo>
                  <a:pt x="7595203" y="4188"/>
                </a:lnTo>
                <a:close/>
              </a:path>
              <a:path w="9124950" h="594994">
                <a:moveTo>
                  <a:pt x="7659834" y="104708"/>
                </a:moveTo>
                <a:lnTo>
                  <a:pt x="7577612" y="104708"/>
                </a:lnTo>
                <a:lnTo>
                  <a:pt x="7893414" y="590557"/>
                </a:lnTo>
                <a:lnTo>
                  <a:pt x="7954564" y="590557"/>
                </a:lnTo>
                <a:lnTo>
                  <a:pt x="7954564" y="546161"/>
                </a:lnTo>
                <a:lnTo>
                  <a:pt x="7943674" y="546161"/>
                </a:lnTo>
                <a:lnTo>
                  <a:pt x="7659834" y="104708"/>
                </a:lnTo>
                <a:close/>
              </a:path>
              <a:path w="9124950" h="594994">
                <a:moveTo>
                  <a:pt x="7954564" y="4188"/>
                </a:moveTo>
                <a:lnTo>
                  <a:pt x="7943674" y="4188"/>
                </a:lnTo>
                <a:lnTo>
                  <a:pt x="7943674" y="546161"/>
                </a:lnTo>
                <a:lnTo>
                  <a:pt x="7954564" y="546161"/>
                </a:lnTo>
                <a:lnTo>
                  <a:pt x="7954564" y="4188"/>
                </a:lnTo>
                <a:close/>
              </a:path>
              <a:path w="9124950" h="594994">
                <a:moveTo>
                  <a:pt x="8343054" y="3350"/>
                </a:moveTo>
                <a:lnTo>
                  <a:pt x="8286562" y="7172"/>
                </a:lnTo>
                <a:lnTo>
                  <a:pt x="8234365" y="18638"/>
                </a:lnTo>
                <a:lnTo>
                  <a:pt x="8186462" y="37747"/>
                </a:lnTo>
                <a:lnTo>
                  <a:pt x="8142851" y="64500"/>
                </a:lnTo>
                <a:lnTo>
                  <a:pt x="8104528" y="104080"/>
                </a:lnTo>
                <a:lnTo>
                  <a:pt x="8075000" y="157482"/>
                </a:lnTo>
                <a:lnTo>
                  <a:pt x="8056779" y="220935"/>
                </a:lnTo>
                <a:lnTo>
                  <a:pt x="8050707" y="292347"/>
                </a:lnTo>
                <a:lnTo>
                  <a:pt x="8051754" y="328628"/>
                </a:lnTo>
                <a:lnTo>
                  <a:pt x="8060130" y="392710"/>
                </a:lnTo>
                <a:lnTo>
                  <a:pt x="8076462" y="445588"/>
                </a:lnTo>
                <a:lnTo>
                  <a:pt x="8098243" y="487891"/>
                </a:lnTo>
                <a:lnTo>
                  <a:pt x="8144425" y="537081"/>
                </a:lnTo>
                <a:lnTo>
                  <a:pt x="8184330" y="561943"/>
                </a:lnTo>
                <a:lnTo>
                  <a:pt x="8230736" y="579701"/>
                </a:lnTo>
                <a:lnTo>
                  <a:pt x="8283644" y="590356"/>
                </a:lnTo>
                <a:lnTo>
                  <a:pt x="8343054" y="593908"/>
                </a:lnTo>
                <a:lnTo>
                  <a:pt x="8386243" y="592495"/>
                </a:lnTo>
                <a:lnTo>
                  <a:pt x="8426188" y="588254"/>
                </a:lnTo>
                <a:lnTo>
                  <a:pt x="8440325" y="585531"/>
                </a:lnTo>
                <a:lnTo>
                  <a:pt x="8348918" y="585531"/>
                </a:lnTo>
                <a:lnTo>
                  <a:pt x="8335145" y="585374"/>
                </a:lnTo>
                <a:lnTo>
                  <a:pt x="8288132" y="580924"/>
                </a:lnTo>
                <a:lnTo>
                  <a:pt x="8243372" y="564590"/>
                </a:lnTo>
                <a:lnTo>
                  <a:pt x="8196253" y="533334"/>
                </a:lnTo>
                <a:lnTo>
                  <a:pt x="8171225" y="504539"/>
                </a:lnTo>
                <a:lnTo>
                  <a:pt x="8149444" y="462237"/>
                </a:lnTo>
                <a:lnTo>
                  <a:pt x="8131070" y="406061"/>
                </a:lnTo>
                <a:lnTo>
                  <a:pt x="8121438" y="343235"/>
                </a:lnTo>
                <a:lnTo>
                  <a:pt x="8120234" y="309938"/>
                </a:lnTo>
                <a:lnTo>
                  <a:pt x="8120914" y="277321"/>
                </a:lnTo>
                <a:lnTo>
                  <a:pt x="8126356" y="219941"/>
                </a:lnTo>
                <a:lnTo>
                  <a:pt x="8142012" y="156225"/>
                </a:lnTo>
                <a:lnTo>
                  <a:pt x="8173844" y="93400"/>
                </a:lnTo>
                <a:lnTo>
                  <a:pt x="8226352" y="44239"/>
                </a:lnTo>
                <a:lnTo>
                  <a:pt x="8261586" y="26177"/>
                </a:lnTo>
                <a:lnTo>
                  <a:pt x="8300486" y="15339"/>
                </a:lnTo>
                <a:lnTo>
                  <a:pt x="8343054" y="11727"/>
                </a:lnTo>
                <a:lnTo>
                  <a:pt x="8433282" y="11727"/>
                </a:lnTo>
                <a:lnTo>
                  <a:pt x="8416769" y="9214"/>
                </a:lnTo>
                <a:lnTo>
                  <a:pt x="8398652" y="6649"/>
                </a:lnTo>
                <a:lnTo>
                  <a:pt x="8380328" y="4816"/>
                </a:lnTo>
                <a:lnTo>
                  <a:pt x="8361796" y="3717"/>
                </a:lnTo>
                <a:lnTo>
                  <a:pt x="8343054" y="3350"/>
                </a:lnTo>
                <a:close/>
              </a:path>
              <a:path w="9124950" h="594994">
                <a:moveTo>
                  <a:pt x="8496348" y="406270"/>
                </a:moveTo>
                <a:lnTo>
                  <a:pt x="8426821" y="406270"/>
                </a:lnTo>
                <a:lnTo>
                  <a:pt x="8426821" y="578830"/>
                </a:lnTo>
                <a:lnTo>
                  <a:pt x="8403729" y="581762"/>
                </a:lnTo>
                <a:lnTo>
                  <a:pt x="8383048" y="583856"/>
                </a:lnTo>
                <a:lnTo>
                  <a:pt x="8364778" y="585113"/>
                </a:lnTo>
                <a:lnTo>
                  <a:pt x="8348918" y="585531"/>
                </a:lnTo>
                <a:lnTo>
                  <a:pt x="8440325" y="585531"/>
                </a:lnTo>
                <a:lnTo>
                  <a:pt x="8462890" y="581186"/>
                </a:lnTo>
                <a:lnTo>
                  <a:pt x="8496348" y="571291"/>
                </a:lnTo>
                <a:lnTo>
                  <a:pt x="8496348" y="406270"/>
                </a:lnTo>
                <a:close/>
              </a:path>
              <a:path w="9124950" h="594994">
                <a:moveTo>
                  <a:pt x="8532368" y="397893"/>
                </a:moveTo>
                <a:lnTo>
                  <a:pt x="8325463" y="397893"/>
                </a:lnTo>
                <a:lnTo>
                  <a:pt x="8325463" y="406270"/>
                </a:lnTo>
                <a:lnTo>
                  <a:pt x="8532368" y="406270"/>
                </a:lnTo>
                <a:lnTo>
                  <a:pt x="8532368" y="397893"/>
                </a:lnTo>
                <a:close/>
              </a:path>
              <a:path w="9124950" h="594994">
                <a:moveTo>
                  <a:pt x="8433282" y="11727"/>
                </a:moveTo>
                <a:lnTo>
                  <a:pt x="8343054" y="11727"/>
                </a:lnTo>
                <a:lnTo>
                  <a:pt x="8380851" y="13140"/>
                </a:lnTo>
                <a:lnTo>
                  <a:pt x="8417186" y="17381"/>
                </a:lnTo>
                <a:lnTo>
                  <a:pt x="8452055" y="24449"/>
                </a:lnTo>
                <a:lnTo>
                  <a:pt x="8485458" y="34344"/>
                </a:lnTo>
                <a:lnTo>
                  <a:pt x="8487971" y="25967"/>
                </a:lnTo>
                <a:lnTo>
                  <a:pt x="8470380" y="20104"/>
                </a:lnTo>
                <a:lnTo>
                  <a:pt x="8460433" y="17224"/>
                </a:lnTo>
                <a:lnTo>
                  <a:pt x="8448181" y="14449"/>
                </a:lnTo>
                <a:lnTo>
                  <a:pt x="8433282" y="11727"/>
                </a:lnTo>
                <a:close/>
              </a:path>
              <a:path w="9124950" h="594994">
                <a:moveTo>
                  <a:pt x="9022726" y="6701"/>
                </a:moveTo>
                <a:lnTo>
                  <a:pt x="8952240" y="6701"/>
                </a:lnTo>
                <a:lnTo>
                  <a:pt x="8976322" y="8952"/>
                </a:lnTo>
                <a:lnTo>
                  <a:pt x="8997473" y="15706"/>
                </a:lnTo>
                <a:lnTo>
                  <a:pt x="9030981" y="42721"/>
                </a:lnTo>
                <a:lnTo>
                  <a:pt x="9051713" y="83976"/>
                </a:lnTo>
                <a:lnTo>
                  <a:pt x="9058624" y="137378"/>
                </a:lnTo>
                <a:lnTo>
                  <a:pt x="9055116" y="167482"/>
                </a:lnTo>
                <a:lnTo>
                  <a:pt x="9044592" y="199156"/>
                </a:lnTo>
                <a:lnTo>
                  <a:pt x="9027053" y="232401"/>
                </a:lnTo>
                <a:lnTo>
                  <a:pt x="9002500" y="267216"/>
                </a:lnTo>
                <a:lnTo>
                  <a:pt x="8991192" y="281981"/>
                </a:lnTo>
                <a:lnTo>
                  <a:pt x="8979883" y="296954"/>
                </a:lnTo>
                <a:lnTo>
                  <a:pt x="8933078" y="365538"/>
                </a:lnTo>
                <a:lnTo>
                  <a:pt x="8915801" y="404176"/>
                </a:lnTo>
                <a:lnTo>
                  <a:pt x="8905435" y="443442"/>
                </a:lnTo>
                <a:lnTo>
                  <a:pt x="8901980" y="483336"/>
                </a:lnTo>
                <a:lnTo>
                  <a:pt x="8910356" y="483336"/>
                </a:lnTo>
                <a:lnTo>
                  <a:pt x="8911717" y="461818"/>
                </a:lnTo>
                <a:lnTo>
                  <a:pt x="8915800" y="440824"/>
                </a:lnTo>
                <a:lnTo>
                  <a:pt x="8932136" y="400406"/>
                </a:lnTo>
                <a:lnTo>
                  <a:pt x="8956849" y="363339"/>
                </a:lnTo>
                <a:lnTo>
                  <a:pt x="8985747" y="330880"/>
                </a:lnTo>
                <a:lnTo>
                  <a:pt x="9017578" y="301143"/>
                </a:lnTo>
                <a:lnTo>
                  <a:pt x="9049410" y="272243"/>
                </a:lnTo>
                <a:lnTo>
                  <a:pt x="9082393" y="237322"/>
                </a:lnTo>
                <a:lnTo>
                  <a:pt x="9105953" y="202926"/>
                </a:lnTo>
                <a:lnTo>
                  <a:pt x="9120088" y="169052"/>
                </a:lnTo>
                <a:lnTo>
                  <a:pt x="9124800" y="135702"/>
                </a:lnTo>
                <a:lnTo>
                  <a:pt x="9122077" y="103923"/>
                </a:lnTo>
                <a:lnTo>
                  <a:pt x="9100297" y="53244"/>
                </a:lnTo>
                <a:lnTo>
                  <a:pt x="9057892" y="19319"/>
                </a:lnTo>
                <a:lnTo>
                  <a:pt x="9031400" y="8586"/>
                </a:lnTo>
                <a:lnTo>
                  <a:pt x="9022726" y="6701"/>
                </a:lnTo>
                <a:close/>
              </a:path>
              <a:path w="9124950" h="594994">
                <a:moveTo>
                  <a:pt x="8968993" y="0"/>
                </a:moveTo>
                <a:lnTo>
                  <a:pt x="8935068" y="1308"/>
                </a:lnTo>
                <a:lnTo>
                  <a:pt x="8901142" y="5235"/>
                </a:lnTo>
                <a:lnTo>
                  <a:pt x="8867216" y="11779"/>
                </a:lnTo>
                <a:lnTo>
                  <a:pt x="8833291" y="20941"/>
                </a:lnTo>
                <a:lnTo>
                  <a:pt x="8836641" y="25967"/>
                </a:lnTo>
                <a:lnTo>
                  <a:pt x="8856746" y="20941"/>
                </a:lnTo>
                <a:lnTo>
                  <a:pt x="8884077" y="14711"/>
                </a:lnTo>
                <a:lnTo>
                  <a:pt x="8909103" y="10261"/>
                </a:lnTo>
                <a:lnTo>
                  <a:pt x="8931824" y="7591"/>
                </a:lnTo>
                <a:lnTo>
                  <a:pt x="8952240" y="6701"/>
                </a:lnTo>
                <a:lnTo>
                  <a:pt x="9022726" y="6701"/>
                </a:lnTo>
                <a:lnTo>
                  <a:pt x="9001766" y="2146"/>
                </a:lnTo>
                <a:lnTo>
                  <a:pt x="8968993" y="0"/>
                </a:lnTo>
                <a:close/>
              </a:path>
              <a:path w="9124950" h="594994">
                <a:moveTo>
                  <a:pt x="8915100" y="540297"/>
                </a:moveTo>
                <a:lnTo>
                  <a:pt x="8900587" y="540297"/>
                </a:lnTo>
                <a:lnTo>
                  <a:pt x="8894158" y="542810"/>
                </a:lnTo>
                <a:lnTo>
                  <a:pt x="8888577" y="547836"/>
                </a:lnTo>
                <a:lnTo>
                  <a:pt x="8883551" y="552862"/>
                </a:lnTo>
                <a:lnTo>
                  <a:pt x="8881038" y="559285"/>
                </a:lnTo>
                <a:lnTo>
                  <a:pt x="8881038" y="574363"/>
                </a:lnTo>
                <a:lnTo>
                  <a:pt x="8883551" y="580785"/>
                </a:lnTo>
                <a:lnTo>
                  <a:pt x="8888577" y="586369"/>
                </a:lnTo>
                <a:lnTo>
                  <a:pt x="8894158" y="591395"/>
                </a:lnTo>
                <a:lnTo>
                  <a:pt x="8900587" y="593908"/>
                </a:lnTo>
                <a:lnTo>
                  <a:pt x="8915100" y="593908"/>
                </a:lnTo>
                <a:lnTo>
                  <a:pt x="8921246" y="591395"/>
                </a:lnTo>
                <a:lnTo>
                  <a:pt x="8931853" y="580785"/>
                </a:lnTo>
                <a:lnTo>
                  <a:pt x="8934649" y="574363"/>
                </a:lnTo>
                <a:lnTo>
                  <a:pt x="8934649" y="559843"/>
                </a:lnTo>
                <a:lnTo>
                  <a:pt x="8931853" y="553700"/>
                </a:lnTo>
                <a:lnTo>
                  <a:pt x="8926272" y="548674"/>
                </a:lnTo>
                <a:lnTo>
                  <a:pt x="8921246" y="543090"/>
                </a:lnTo>
                <a:lnTo>
                  <a:pt x="8915100" y="540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737" y="2600130"/>
            <a:ext cx="18087826" cy="49074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4561" y="8397650"/>
            <a:ext cx="11601740" cy="9004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4561" y="9518034"/>
            <a:ext cx="11601740" cy="900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22618" y="1361217"/>
            <a:ext cx="6482080" cy="9947910"/>
          </a:xfrm>
          <a:custGeom>
            <a:avLst/>
            <a:gdLst/>
            <a:ahLst/>
            <a:cxnLst/>
            <a:rect l="l" t="t" r="r" b="b"/>
            <a:pathLst>
              <a:path w="6482080" h="9947910">
                <a:moveTo>
                  <a:pt x="3141268" y="0"/>
                </a:moveTo>
                <a:lnTo>
                  <a:pt x="0" y="0"/>
                </a:lnTo>
                <a:lnTo>
                  <a:pt x="0" y="2345486"/>
                </a:lnTo>
                <a:lnTo>
                  <a:pt x="3141268" y="2345486"/>
                </a:lnTo>
                <a:lnTo>
                  <a:pt x="3141268" y="0"/>
                </a:lnTo>
                <a:close/>
              </a:path>
              <a:path w="6482080" h="9947910">
                <a:moveTo>
                  <a:pt x="6481483" y="6847967"/>
                </a:moveTo>
                <a:lnTo>
                  <a:pt x="3141268" y="6847967"/>
                </a:lnTo>
                <a:lnTo>
                  <a:pt x="3141268" y="4690961"/>
                </a:lnTo>
                <a:lnTo>
                  <a:pt x="0" y="4690961"/>
                </a:lnTo>
                <a:lnTo>
                  <a:pt x="0" y="7036435"/>
                </a:lnTo>
                <a:lnTo>
                  <a:pt x="3141268" y="7036435"/>
                </a:lnTo>
                <a:lnTo>
                  <a:pt x="3141268" y="9947338"/>
                </a:lnTo>
                <a:lnTo>
                  <a:pt x="6481483" y="9947338"/>
                </a:lnTo>
                <a:lnTo>
                  <a:pt x="6481483" y="6847967"/>
                </a:lnTo>
                <a:close/>
              </a:path>
              <a:path w="6482080" h="9947910">
                <a:moveTo>
                  <a:pt x="6481483" y="2345486"/>
                </a:moveTo>
                <a:lnTo>
                  <a:pt x="3141268" y="2345486"/>
                </a:lnTo>
                <a:lnTo>
                  <a:pt x="3141268" y="4690961"/>
                </a:lnTo>
                <a:lnTo>
                  <a:pt x="6481483" y="4690961"/>
                </a:lnTo>
                <a:lnTo>
                  <a:pt x="6481483" y="2345486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248" y="691078"/>
            <a:ext cx="1581103" cy="6701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763888" y="0"/>
            <a:ext cx="5151755" cy="3246120"/>
          </a:xfrm>
          <a:custGeom>
            <a:avLst/>
            <a:gdLst/>
            <a:ahLst/>
            <a:cxnLst/>
            <a:rect l="l" t="t" r="r" b="b"/>
            <a:pathLst>
              <a:path w="5151755" h="3246120">
                <a:moveTo>
                  <a:pt x="5151675" y="0"/>
                </a:moveTo>
                <a:lnTo>
                  <a:pt x="0" y="0"/>
                </a:lnTo>
                <a:lnTo>
                  <a:pt x="0" y="3245974"/>
                </a:lnTo>
                <a:lnTo>
                  <a:pt x="5151675" y="3245974"/>
                </a:lnTo>
                <a:lnTo>
                  <a:pt x="515167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0026" y="770658"/>
            <a:ext cx="8315959" cy="594995"/>
          </a:xfrm>
          <a:custGeom>
            <a:avLst/>
            <a:gdLst/>
            <a:ahLst/>
            <a:cxnLst/>
            <a:rect l="l" t="t" r="r" b="b"/>
            <a:pathLst>
              <a:path w="8315959" h="594994">
                <a:moveTo>
                  <a:pt x="71202" y="4188"/>
                </a:moveTo>
                <a:lnTo>
                  <a:pt x="0" y="4188"/>
                </a:lnTo>
                <a:lnTo>
                  <a:pt x="185962" y="594746"/>
                </a:lnTo>
                <a:lnTo>
                  <a:pt x="195177" y="590557"/>
                </a:lnTo>
                <a:lnTo>
                  <a:pt x="230796" y="500089"/>
                </a:lnTo>
                <a:lnTo>
                  <a:pt x="221145" y="500089"/>
                </a:lnTo>
                <a:lnTo>
                  <a:pt x="71202" y="4188"/>
                </a:lnTo>
                <a:close/>
              </a:path>
              <a:path w="8315959" h="594994">
                <a:moveTo>
                  <a:pt x="399967" y="243762"/>
                </a:moveTo>
                <a:lnTo>
                  <a:pt x="331717" y="243762"/>
                </a:lnTo>
                <a:lnTo>
                  <a:pt x="442290" y="594746"/>
                </a:lnTo>
                <a:lnTo>
                  <a:pt x="451504" y="590557"/>
                </a:lnTo>
                <a:lnTo>
                  <a:pt x="487088" y="500089"/>
                </a:lnTo>
                <a:lnTo>
                  <a:pt x="477472" y="500089"/>
                </a:lnTo>
                <a:lnTo>
                  <a:pt x="399967" y="243762"/>
                </a:lnTo>
                <a:close/>
              </a:path>
              <a:path w="8315959" h="594994">
                <a:moveTo>
                  <a:pt x="327529" y="4188"/>
                </a:moveTo>
                <a:lnTo>
                  <a:pt x="256327" y="4188"/>
                </a:lnTo>
                <a:lnTo>
                  <a:pt x="327529" y="230359"/>
                </a:lnTo>
                <a:lnTo>
                  <a:pt x="221145" y="500089"/>
                </a:lnTo>
                <a:lnTo>
                  <a:pt x="230796" y="500089"/>
                </a:lnTo>
                <a:lnTo>
                  <a:pt x="331717" y="243762"/>
                </a:lnTo>
                <a:lnTo>
                  <a:pt x="399967" y="243762"/>
                </a:lnTo>
                <a:lnTo>
                  <a:pt x="327529" y="4188"/>
                </a:lnTo>
                <a:close/>
              </a:path>
              <a:path w="8315959" h="594994">
                <a:moveTo>
                  <a:pt x="642493" y="4188"/>
                </a:moveTo>
                <a:lnTo>
                  <a:pt x="635792" y="9214"/>
                </a:lnTo>
                <a:lnTo>
                  <a:pt x="641289" y="16125"/>
                </a:lnTo>
                <a:lnTo>
                  <a:pt x="645215" y="24292"/>
                </a:lnTo>
                <a:lnTo>
                  <a:pt x="647571" y="33716"/>
                </a:lnTo>
                <a:lnTo>
                  <a:pt x="648357" y="44396"/>
                </a:lnTo>
                <a:lnTo>
                  <a:pt x="647781" y="55600"/>
                </a:lnTo>
                <a:lnTo>
                  <a:pt x="646053" y="66594"/>
                </a:lnTo>
                <a:lnTo>
                  <a:pt x="643174" y="77379"/>
                </a:lnTo>
                <a:lnTo>
                  <a:pt x="639142" y="87955"/>
                </a:lnTo>
                <a:lnTo>
                  <a:pt x="477472" y="500089"/>
                </a:lnTo>
                <a:lnTo>
                  <a:pt x="487088" y="500089"/>
                </a:lnTo>
                <a:lnTo>
                  <a:pt x="649194" y="87955"/>
                </a:lnTo>
                <a:lnTo>
                  <a:pt x="658409" y="45234"/>
                </a:lnTo>
                <a:lnTo>
                  <a:pt x="657414" y="33245"/>
                </a:lnTo>
                <a:lnTo>
                  <a:pt x="654430" y="22407"/>
                </a:lnTo>
                <a:lnTo>
                  <a:pt x="649456" y="12722"/>
                </a:lnTo>
                <a:lnTo>
                  <a:pt x="642493" y="4188"/>
                </a:lnTo>
                <a:close/>
              </a:path>
              <a:path w="8315959" h="594994">
                <a:moveTo>
                  <a:pt x="794700" y="4188"/>
                </a:moveTo>
                <a:lnTo>
                  <a:pt x="725174" y="4188"/>
                </a:lnTo>
                <a:lnTo>
                  <a:pt x="725174" y="590557"/>
                </a:lnTo>
                <a:lnTo>
                  <a:pt x="794700" y="590557"/>
                </a:lnTo>
                <a:lnTo>
                  <a:pt x="794700" y="282295"/>
                </a:lnTo>
                <a:lnTo>
                  <a:pt x="1136468" y="282295"/>
                </a:lnTo>
                <a:lnTo>
                  <a:pt x="1136468" y="273918"/>
                </a:lnTo>
                <a:lnTo>
                  <a:pt x="794700" y="273918"/>
                </a:lnTo>
                <a:lnTo>
                  <a:pt x="794700" y="4188"/>
                </a:lnTo>
                <a:close/>
              </a:path>
              <a:path w="8315959" h="594994">
                <a:moveTo>
                  <a:pt x="1136468" y="282295"/>
                </a:moveTo>
                <a:lnTo>
                  <a:pt x="1066941" y="282295"/>
                </a:lnTo>
                <a:lnTo>
                  <a:pt x="1066941" y="590557"/>
                </a:lnTo>
                <a:lnTo>
                  <a:pt x="1136468" y="590557"/>
                </a:lnTo>
                <a:lnTo>
                  <a:pt x="1136468" y="282295"/>
                </a:lnTo>
                <a:close/>
              </a:path>
              <a:path w="8315959" h="594994">
                <a:moveTo>
                  <a:pt x="1136468" y="4188"/>
                </a:moveTo>
                <a:lnTo>
                  <a:pt x="1066941" y="4188"/>
                </a:lnTo>
                <a:lnTo>
                  <a:pt x="1066941" y="273918"/>
                </a:lnTo>
                <a:lnTo>
                  <a:pt x="1136468" y="273918"/>
                </a:lnTo>
                <a:lnTo>
                  <a:pt x="1136468" y="4188"/>
                </a:lnTo>
                <a:close/>
              </a:path>
              <a:path w="8315959" h="594994">
                <a:moveTo>
                  <a:pt x="1454835" y="0"/>
                </a:moveTo>
                <a:lnTo>
                  <a:pt x="1445620" y="4188"/>
                </a:lnTo>
                <a:lnTo>
                  <a:pt x="1195157" y="590557"/>
                </a:lnTo>
                <a:lnTo>
                  <a:pt x="1205209" y="590557"/>
                </a:lnTo>
                <a:lnTo>
                  <a:pt x="1284788" y="406270"/>
                </a:lnTo>
                <a:lnTo>
                  <a:pt x="1600055" y="406270"/>
                </a:lnTo>
                <a:lnTo>
                  <a:pt x="1597061" y="397893"/>
                </a:lnTo>
                <a:lnTo>
                  <a:pt x="1288138" y="397893"/>
                </a:lnTo>
                <a:lnTo>
                  <a:pt x="1419653" y="94656"/>
                </a:lnTo>
                <a:lnTo>
                  <a:pt x="1488670" y="94656"/>
                </a:lnTo>
                <a:lnTo>
                  <a:pt x="1454835" y="0"/>
                </a:lnTo>
                <a:close/>
              </a:path>
              <a:path w="8315959" h="594994">
                <a:moveTo>
                  <a:pt x="1600055" y="406270"/>
                </a:moveTo>
                <a:lnTo>
                  <a:pt x="1529387" y="406270"/>
                </a:lnTo>
                <a:lnTo>
                  <a:pt x="1594726" y="590557"/>
                </a:lnTo>
                <a:lnTo>
                  <a:pt x="1665928" y="590557"/>
                </a:lnTo>
                <a:lnTo>
                  <a:pt x="1600055" y="406270"/>
                </a:lnTo>
                <a:close/>
              </a:path>
              <a:path w="8315959" h="594994">
                <a:moveTo>
                  <a:pt x="1871785" y="12565"/>
                </a:moveTo>
                <a:lnTo>
                  <a:pt x="1802259" y="12565"/>
                </a:lnTo>
                <a:lnTo>
                  <a:pt x="1802259" y="590557"/>
                </a:lnTo>
                <a:lnTo>
                  <a:pt x="1871785" y="590557"/>
                </a:lnTo>
                <a:lnTo>
                  <a:pt x="1871785" y="12565"/>
                </a:lnTo>
                <a:close/>
              </a:path>
              <a:path w="8315959" h="594994">
                <a:moveTo>
                  <a:pt x="1488670" y="94656"/>
                </a:moveTo>
                <a:lnTo>
                  <a:pt x="1419653" y="94656"/>
                </a:lnTo>
                <a:lnTo>
                  <a:pt x="1526874" y="397893"/>
                </a:lnTo>
                <a:lnTo>
                  <a:pt x="1597061" y="397893"/>
                </a:lnTo>
                <a:lnTo>
                  <a:pt x="1488670" y="94656"/>
                </a:lnTo>
                <a:close/>
              </a:path>
              <a:path w="8315959" h="594994">
                <a:moveTo>
                  <a:pt x="2017540" y="4188"/>
                </a:moveTo>
                <a:lnTo>
                  <a:pt x="1657342" y="4188"/>
                </a:lnTo>
                <a:lnTo>
                  <a:pt x="1657342" y="12565"/>
                </a:lnTo>
                <a:lnTo>
                  <a:pt x="2017540" y="12565"/>
                </a:lnTo>
                <a:lnTo>
                  <a:pt x="2017540" y="4188"/>
                </a:lnTo>
                <a:close/>
              </a:path>
              <a:path w="8315959" h="594994">
                <a:moveTo>
                  <a:pt x="2076376" y="533596"/>
                </a:moveTo>
                <a:lnTo>
                  <a:pt x="2110511" y="562653"/>
                </a:lnTo>
                <a:lnTo>
                  <a:pt x="2152604" y="578621"/>
                </a:lnTo>
                <a:lnTo>
                  <a:pt x="2198467" y="588202"/>
                </a:lnTo>
                <a:lnTo>
                  <a:pt x="2248099" y="591395"/>
                </a:lnTo>
                <a:lnTo>
                  <a:pt x="2274852" y="590610"/>
                </a:lnTo>
                <a:lnTo>
                  <a:pt x="2299826" y="588254"/>
                </a:lnTo>
                <a:lnTo>
                  <a:pt x="2323019" y="584327"/>
                </a:lnTo>
                <a:lnTo>
                  <a:pt x="2328117" y="583018"/>
                </a:lnTo>
                <a:lnTo>
                  <a:pt x="2238047" y="583018"/>
                </a:lnTo>
                <a:lnTo>
                  <a:pt x="2215117" y="582181"/>
                </a:lnTo>
                <a:lnTo>
                  <a:pt x="2169883" y="575480"/>
                </a:lnTo>
                <a:lnTo>
                  <a:pt x="2126795" y="562025"/>
                </a:lnTo>
                <a:lnTo>
                  <a:pt x="2091193" y="544015"/>
                </a:lnTo>
                <a:lnTo>
                  <a:pt x="2076376" y="533596"/>
                </a:lnTo>
                <a:close/>
              </a:path>
              <a:path w="8315959" h="594994">
                <a:moveTo>
                  <a:pt x="2245586" y="2513"/>
                </a:moveTo>
                <a:lnTo>
                  <a:pt x="2207103" y="4921"/>
                </a:lnTo>
                <a:lnTo>
                  <a:pt x="2145534" y="24187"/>
                </a:lnTo>
                <a:lnTo>
                  <a:pt x="2104492" y="61359"/>
                </a:lnTo>
                <a:lnTo>
                  <a:pt x="2083968" y="110782"/>
                </a:lnTo>
                <a:lnTo>
                  <a:pt x="2081402" y="139891"/>
                </a:lnTo>
                <a:lnTo>
                  <a:pt x="2085382" y="176225"/>
                </a:lnTo>
                <a:lnTo>
                  <a:pt x="2117214" y="235699"/>
                </a:lnTo>
                <a:lnTo>
                  <a:pt x="2159670" y="268264"/>
                </a:lnTo>
                <a:lnTo>
                  <a:pt x="2207890" y="294022"/>
                </a:lnTo>
                <a:lnTo>
                  <a:pt x="2292549" y="330618"/>
                </a:lnTo>
                <a:lnTo>
                  <a:pt x="2308623" y="338209"/>
                </a:lnTo>
                <a:lnTo>
                  <a:pt x="2366418" y="375014"/>
                </a:lnTo>
                <a:lnTo>
                  <a:pt x="2398251" y="427369"/>
                </a:lnTo>
                <a:lnTo>
                  <a:pt x="2402230" y="459043"/>
                </a:lnTo>
                <a:lnTo>
                  <a:pt x="2399193" y="487786"/>
                </a:lnTo>
                <a:lnTo>
                  <a:pt x="2374900" y="534277"/>
                </a:lnTo>
                <a:lnTo>
                  <a:pt x="2328515" y="565585"/>
                </a:lnTo>
                <a:lnTo>
                  <a:pt x="2270716" y="581081"/>
                </a:lnTo>
                <a:lnTo>
                  <a:pt x="2238047" y="583018"/>
                </a:lnTo>
                <a:lnTo>
                  <a:pt x="2328117" y="583018"/>
                </a:lnTo>
                <a:lnTo>
                  <a:pt x="2364588" y="570663"/>
                </a:lnTo>
                <a:lnTo>
                  <a:pt x="2400187" y="545533"/>
                </a:lnTo>
                <a:lnTo>
                  <a:pt x="2428461" y="509199"/>
                </a:lnTo>
                <a:lnTo>
                  <a:pt x="2443119" y="464802"/>
                </a:lnTo>
                <a:lnTo>
                  <a:pt x="2444951" y="439777"/>
                </a:lnTo>
                <a:lnTo>
                  <a:pt x="2443852" y="414594"/>
                </a:lnTo>
                <a:lnTo>
                  <a:pt x="2435056" y="371454"/>
                </a:lnTo>
                <a:lnTo>
                  <a:pt x="2417884" y="337267"/>
                </a:lnTo>
                <a:lnTo>
                  <a:pt x="2381288" y="299886"/>
                </a:lnTo>
                <a:lnTo>
                  <a:pt x="2335271" y="273342"/>
                </a:lnTo>
                <a:lnTo>
                  <a:pt x="2284118" y="251301"/>
                </a:lnTo>
                <a:lnTo>
                  <a:pt x="2249774" y="238736"/>
                </a:lnTo>
                <a:lnTo>
                  <a:pt x="2233336" y="232348"/>
                </a:lnTo>
                <a:lnTo>
                  <a:pt x="2187786" y="211930"/>
                </a:lnTo>
                <a:lnTo>
                  <a:pt x="2140040" y="171513"/>
                </a:lnTo>
                <a:lnTo>
                  <a:pt x="2124123" y="117273"/>
                </a:lnTo>
                <a:lnTo>
                  <a:pt x="2126479" y="93505"/>
                </a:lnTo>
                <a:lnTo>
                  <a:pt x="2145327" y="54134"/>
                </a:lnTo>
                <a:lnTo>
                  <a:pt x="2182498" y="26072"/>
                </a:lnTo>
                <a:lnTo>
                  <a:pt x="2234851" y="11832"/>
                </a:lnTo>
                <a:lnTo>
                  <a:pt x="2266527" y="10052"/>
                </a:lnTo>
                <a:lnTo>
                  <a:pt x="2331131" y="10052"/>
                </a:lnTo>
                <a:lnTo>
                  <a:pt x="2329143" y="9633"/>
                </a:lnTo>
                <a:lnTo>
                  <a:pt x="2287207" y="4293"/>
                </a:lnTo>
                <a:lnTo>
                  <a:pt x="2245586" y="2513"/>
                </a:lnTo>
                <a:close/>
              </a:path>
              <a:path w="8315959" h="594994">
                <a:moveTo>
                  <a:pt x="2331131" y="10052"/>
                </a:moveTo>
                <a:lnTo>
                  <a:pt x="2266527" y="10052"/>
                </a:lnTo>
                <a:lnTo>
                  <a:pt x="2300977" y="11884"/>
                </a:lnTo>
                <a:lnTo>
                  <a:pt x="2336474" y="17381"/>
                </a:lnTo>
                <a:lnTo>
                  <a:pt x="2373018" y="26543"/>
                </a:lnTo>
                <a:lnTo>
                  <a:pt x="2410607" y="39370"/>
                </a:lnTo>
                <a:lnTo>
                  <a:pt x="2413957" y="30993"/>
                </a:lnTo>
                <a:lnTo>
                  <a:pt x="2371393" y="18533"/>
                </a:lnTo>
                <a:lnTo>
                  <a:pt x="2331131" y="10052"/>
                </a:lnTo>
                <a:close/>
              </a:path>
              <a:path w="8315959" h="594994">
                <a:moveTo>
                  <a:pt x="2963867" y="12565"/>
                </a:moveTo>
                <a:lnTo>
                  <a:pt x="2894341" y="12565"/>
                </a:lnTo>
                <a:lnTo>
                  <a:pt x="2894341" y="590557"/>
                </a:lnTo>
                <a:lnTo>
                  <a:pt x="2963867" y="590557"/>
                </a:lnTo>
                <a:lnTo>
                  <a:pt x="2963867" y="12565"/>
                </a:lnTo>
                <a:close/>
              </a:path>
              <a:path w="8315959" h="594994">
                <a:moveTo>
                  <a:pt x="3109622" y="4188"/>
                </a:moveTo>
                <a:lnTo>
                  <a:pt x="2749424" y="4188"/>
                </a:lnTo>
                <a:lnTo>
                  <a:pt x="2749424" y="12565"/>
                </a:lnTo>
                <a:lnTo>
                  <a:pt x="3109622" y="12565"/>
                </a:lnTo>
                <a:lnTo>
                  <a:pt x="3109622" y="4188"/>
                </a:lnTo>
                <a:close/>
              </a:path>
              <a:path w="8315959" h="594994">
                <a:moveTo>
                  <a:pt x="3246361" y="4188"/>
                </a:moveTo>
                <a:lnTo>
                  <a:pt x="3176835" y="4188"/>
                </a:lnTo>
                <a:lnTo>
                  <a:pt x="3176835" y="590557"/>
                </a:lnTo>
                <a:lnTo>
                  <a:pt x="3246361" y="590557"/>
                </a:lnTo>
                <a:lnTo>
                  <a:pt x="3246361" y="282295"/>
                </a:lnTo>
                <a:lnTo>
                  <a:pt x="3588131" y="282295"/>
                </a:lnTo>
                <a:lnTo>
                  <a:pt x="3588131" y="273918"/>
                </a:lnTo>
                <a:lnTo>
                  <a:pt x="3246361" y="273918"/>
                </a:lnTo>
                <a:lnTo>
                  <a:pt x="3246361" y="4188"/>
                </a:lnTo>
                <a:close/>
              </a:path>
              <a:path w="8315959" h="594994">
                <a:moveTo>
                  <a:pt x="3588131" y="282295"/>
                </a:moveTo>
                <a:lnTo>
                  <a:pt x="3518604" y="282295"/>
                </a:lnTo>
                <a:lnTo>
                  <a:pt x="3518604" y="590557"/>
                </a:lnTo>
                <a:lnTo>
                  <a:pt x="3588131" y="590557"/>
                </a:lnTo>
                <a:lnTo>
                  <a:pt x="3588131" y="282295"/>
                </a:lnTo>
                <a:close/>
              </a:path>
              <a:path w="8315959" h="594994">
                <a:moveTo>
                  <a:pt x="3588131" y="4188"/>
                </a:moveTo>
                <a:lnTo>
                  <a:pt x="3518604" y="4188"/>
                </a:lnTo>
                <a:lnTo>
                  <a:pt x="3518604" y="273918"/>
                </a:lnTo>
                <a:lnTo>
                  <a:pt x="3588131" y="273918"/>
                </a:lnTo>
                <a:lnTo>
                  <a:pt x="3588131" y="4188"/>
                </a:lnTo>
                <a:close/>
              </a:path>
              <a:path w="8315959" h="594994">
                <a:moveTo>
                  <a:pt x="4021898" y="4188"/>
                </a:moveTo>
                <a:lnTo>
                  <a:pt x="3688505" y="4188"/>
                </a:lnTo>
                <a:lnTo>
                  <a:pt x="3688505" y="590557"/>
                </a:lnTo>
                <a:lnTo>
                  <a:pt x="4040327" y="590557"/>
                </a:lnTo>
                <a:lnTo>
                  <a:pt x="4040327" y="582181"/>
                </a:lnTo>
                <a:lnTo>
                  <a:pt x="3758021" y="582181"/>
                </a:lnTo>
                <a:lnTo>
                  <a:pt x="3758021" y="272243"/>
                </a:lnTo>
                <a:lnTo>
                  <a:pt x="4002632" y="272243"/>
                </a:lnTo>
                <a:lnTo>
                  <a:pt x="4002632" y="263866"/>
                </a:lnTo>
                <a:lnTo>
                  <a:pt x="3758021" y="263866"/>
                </a:lnTo>
                <a:lnTo>
                  <a:pt x="3758021" y="12565"/>
                </a:lnTo>
                <a:lnTo>
                  <a:pt x="4021898" y="12565"/>
                </a:lnTo>
                <a:lnTo>
                  <a:pt x="4021898" y="4188"/>
                </a:lnTo>
                <a:close/>
              </a:path>
              <a:path w="8315959" h="594994">
                <a:moveTo>
                  <a:pt x="4353794" y="533596"/>
                </a:moveTo>
                <a:lnTo>
                  <a:pt x="4387929" y="562653"/>
                </a:lnTo>
                <a:lnTo>
                  <a:pt x="4430022" y="578621"/>
                </a:lnTo>
                <a:lnTo>
                  <a:pt x="4475884" y="588202"/>
                </a:lnTo>
                <a:lnTo>
                  <a:pt x="4525516" y="591395"/>
                </a:lnTo>
                <a:lnTo>
                  <a:pt x="4552270" y="590610"/>
                </a:lnTo>
                <a:lnTo>
                  <a:pt x="4577244" y="588254"/>
                </a:lnTo>
                <a:lnTo>
                  <a:pt x="4600437" y="584327"/>
                </a:lnTo>
                <a:lnTo>
                  <a:pt x="4605535" y="583018"/>
                </a:lnTo>
                <a:lnTo>
                  <a:pt x="4515464" y="583018"/>
                </a:lnTo>
                <a:lnTo>
                  <a:pt x="4492535" y="582181"/>
                </a:lnTo>
                <a:lnTo>
                  <a:pt x="4447301" y="575480"/>
                </a:lnTo>
                <a:lnTo>
                  <a:pt x="4404212" y="562025"/>
                </a:lnTo>
                <a:lnTo>
                  <a:pt x="4368610" y="544015"/>
                </a:lnTo>
                <a:lnTo>
                  <a:pt x="4353794" y="533596"/>
                </a:lnTo>
                <a:close/>
              </a:path>
              <a:path w="8315959" h="594994">
                <a:moveTo>
                  <a:pt x="4523003" y="2513"/>
                </a:moveTo>
                <a:lnTo>
                  <a:pt x="4484521" y="4921"/>
                </a:lnTo>
                <a:lnTo>
                  <a:pt x="4422952" y="24187"/>
                </a:lnTo>
                <a:lnTo>
                  <a:pt x="4381909" y="61359"/>
                </a:lnTo>
                <a:lnTo>
                  <a:pt x="4361386" y="110782"/>
                </a:lnTo>
                <a:lnTo>
                  <a:pt x="4358820" y="139891"/>
                </a:lnTo>
                <a:lnTo>
                  <a:pt x="4362799" y="176225"/>
                </a:lnTo>
                <a:lnTo>
                  <a:pt x="4394632" y="235699"/>
                </a:lnTo>
                <a:lnTo>
                  <a:pt x="4437088" y="268264"/>
                </a:lnTo>
                <a:lnTo>
                  <a:pt x="4485308" y="294022"/>
                </a:lnTo>
                <a:lnTo>
                  <a:pt x="4569967" y="330618"/>
                </a:lnTo>
                <a:lnTo>
                  <a:pt x="4586040" y="338209"/>
                </a:lnTo>
                <a:lnTo>
                  <a:pt x="4643836" y="375014"/>
                </a:lnTo>
                <a:lnTo>
                  <a:pt x="4675668" y="427369"/>
                </a:lnTo>
                <a:lnTo>
                  <a:pt x="4679648" y="459043"/>
                </a:lnTo>
                <a:lnTo>
                  <a:pt x="4676611" y="487786"/>
                </a:lnTo>
                <a:lnTo>
                  <a:pt x="4652317" y="534277"/>
                </a:lnTo>
                <a:lnTo>
                  <a:pt x="4605933" y="565585"/>
                </a:lnTo>
                <a:lnTo>
                  <a:pt x="4548133" y="581081"/>
                </a:lnTo>
                <a:lnTo>
                  <a:pt x="4515464" y="583018"/>
                </a:lnTo>
                <a:lnTo>
                  <a:pt x="4605535" y="583018"/>
                </a:lnTo>
                <a:lnTo>
                  <a:pt x="4642006" y="570663"/>
                </a:lnTo>
                <a:lnTo>
                  <a:pt x="4677605" y="545533"/>
                </a:lnTo>
                <a:lnTo>
                  <a:pt x="4705879" y="509199"/>
                </a:lnTo>
                <a:lnTo>
                  <a:pt x="4720537" y="464802"/>
                </a:lnTo>
                <a:lnTo>
                  <a:pt x="4722369" y="439777"/>
                </a:lnTo>
                <a:lnTo>
                  <a:pt x="4721269" y="414594"/>
                </a:lnTo>
                <a:lnTo>
                  <a:pt x="4712474" y="371454"/>
                </a:lnTo>
                <a:lnTo>
                  <a:pt x="4695301" y="337267"/>
                </a:lnTo>
                <a:lnTo>
                  <a:pt x="4658706" y="299886"/>
                </a:lnTo>
                <a:lnTo>
                  <a:pt x="4612688" y="273342"/>
                </a:lnTo>
                <a:lnTo>
                  <a:pt x="4561536" y="251301"/>
                </a:lnTo>
                <a:lnTo>
                  <a:pt x="4527191" y="238736"/>
                </a:lnTo>
                <a:lnTo>
                  <a:pt x="4510753" y="232348"/>
                </a:lnTo>
                <a:lnTo>
                  <a:pt x="4465204" y="211930"/>
                </a:lnTo>
                <a:lnTo>
                  <a:pt x="4417458" y="171513"/>
                </a:lnTo>
                <a:lnTo>
                  <a:pt x="4401541" y="117273"/>
                </a:lnTo>
                <a:lnTo>
                  <a:pt x="4403897" y="93505"/>
                </a:lnTo>
                <a:lnTo>
                  <a:pt x="4422744" y="54134"/>
                </a:lnTo>
                <a:lnTo>
                  <a:pt x="4459916" y="26072"/>
                </a:lnTo>
                <a:lnTo>
                  <a:pt x="4512269" y="11832"/>
                </a:lnTo>
                <a:lnTo>
                  <a:pt x="4543945" y="10052"/>
                </a:lnTo>
                <a:lnTo>
                  <a:pt x="4608548" y="10052"/>
                </a:lnTo>
                <a:lnTo>
                  <a:pt x="4606561" y="9633"/>
                </a:lnTo>
                <a:lnTo>
                  <a:pt x="4564625" y="4293"/>
                </a:lnTo>
                <a:lnTo>
                  <a:pt x="4523003" y="2513"/>
                </a:lnTo>
                <a:close/>
              </a:path>
              <a:path w="8315959" h="594994">
                <a:moveTo>
                  <a:pt x="4608548" y="10052"/>
                </a:moveTo>
                <a:lnTo>
                  <a:pt x="4543945" y="10052"/>
                </a:lnTo>
                <a:lnTo>
                  <a:pt x="4578395" y="11884"/>
                </a:lnTo>
                <a:lnTo>
                  <a:pt x="4613892" y="17381"/>
                </a:lnTo>
                <a:lnTo>
                  <a:pt x="4650435" y="26543"/>
                </a:lnTo>
                <a:lnTo>
                  <a:pt x="4688024" y="39370"/>
                </a:lnTo>
                <a:lnTo>
                  <a:pt x="4691375" y="30993"/>
                </a:lnTo>
                <a:lnTo>
                  <a:pt x="4648811" y="18533"/>
                </a:lnTo>
                <a:lnTo>
                  <a:pt x="4608548" y="10052"/>
                </a:lnTo>
                <a:close/>
              </a:path>
              <a:path w="8315959" h="594994">
                <a:moveTo>
                  <a:pt x="5057982" y="837"/>
                </a:moveTo>
                <a:lnTo>
                  <a:pt x="5002383" y="5811"/>
                </a:lnTo>
                <a:lnTo>
                  <a:pt x="4952019" y="20732"/>
                </a:lnTo>
                <a:lnTo>
                  <a:pt x="4906889" y="45601"/>
                </a:lnTo>
                <a:lnTo>
                  <a:pt x="4866993" y="80416"/>
                </a:lnTo>
                <a:lnTo>
                  <a:pt x="4840457" y="114861"/>
                </a:lnTo>
                <a:lnTo>
                  <a:pt x="4819817" y="155204"/>
                </a:lnTo>
                <a:lnTo>
                  <a:pt x="4805073" y="201443"/>
                </a:lnTo>
                <a:lnTo>
                  <a:pt x="4796227" y="253580"/>
                </a:lnTo>
                <a:lnTo>
                  <a:pt x="4793278" y="311613"/>
                </a:lnTo>
                <a:lnTo>
                  <a:pt x="4794481" y="348523"/>
                </a:lnTo>
                <a:lnTo>
                  <a:pt x="4804114" y="415118"/>
                </a:lnTo>
                <a:lnTo>
                  <a:pt x="4823538" y="471347"/>
                </a:lnTo>
                <a:lnTo>
                  <a:pt x="4851182" y="515324"/>
                </a:lnTo>
                <a:lnTo>
                  <a:pt x="4904165" y="559512"/>
                </a:lnTo>
                <a:lnTo>
                  <a:pt x="4945316" y="578621"/>
                </a:lnTo>
                <a:lnTo>
                  <a:pt x="4991284" y="590086"/>
                </a:lnTo>
                <a:lnTo>
                  <a:pt x="5042066" y="593908"/>
                </a:lnTo>
                <a:lnTo>
                  <a:pt x="5100546" y="589092"/>
                </a:lnTo>
                <a:lnTo>
                  <a:pt x="5113433" y="585531"/>
                </a:lnTo>
                <a:lnTo>
                  <a:pt x="5049605" y="585531"/>
                </a:lnTo>
                <a:lnTo>
                  <a:pt x="5009395" y="581343"/>
                </a:lnTo>
                <a:lnTo>
                  <a:pt x="4973374" y="568778"/>
                </a:lnTo>
                <a:lnTo>
                  <a:pt x="4941543" y="547836"/>
                </a:lnTo>
                <a:lnTo>
                  <a:pt x="4913902" y="518518"/>
                </a:lnTo>
                <a:lnTo>
                  <a:pt x="4891548" y="480090"/>
                </a:lnTo>
                <a:lnTo>
                  <a:pt x="4875580" y="431819"/>
                </a:lnTo>
                <a:lnTo>
                  <a:pt x="4865998" y="373706"/>
                </a:lnTo>
                <a:lnTo>
                  <a:pt x="4862804" y="305750"/>
                </a:lnTo>
                <a:lnTo>
                  <a:pt x="4864949" y="250262"/>
                </a:lnTo>
                <a:lnTo>
                  <a:pt x="4871383" y="200404"/>
                </a:lnTo>
                <a:lnTo>
                  <a:pt x="4882106" y="156175"/>
                </a:lnTo>
                <a:lnTo>
                  <a:pt x="4897117" y="117575"/>
                </a:lnTo>
                <a:lnTo>
                  <a:pt x="4916415" y="84604"/>
                </a:lnTo>
                <a:lnTo>
                  <a:pt x="4945525" y="51621"/>
                </a:lnTo>
                <a:lnTo>
                  <a:pt x="4978403" y="28061"/>
                </a:lnTo>
                <a:lnTo>
                  <a:pt x="5015050" y="13926"/>
                </a:lnTo>
                <a:lnTo>
                  <a:pt x="5055469" y="9214"/>
                </a:lnTo>
                <a:lnTo>
                  <a:pt x="5128835" y="9214"/>
                </a:lnTo>
                <a:lnTo>
                  <a:pt x="5113215" y="5130"/>
                </a:lnTo>
                <a:lnTo>
                  <a:pt x="5057982" y="837"/>
                </a:lnTo>
                <a:close/>
              </a:path>
              <a:path w="8315959" h="594994">
                <a:moveTo>
                  <a:pt x="5128835" y="9214"/>
                </a:moveTo>
                <a:lnTo>
                  <a:pt x="5055469" y="9214"/>
                </a:lnTo>
                <a:lnTo>
                  <a:pt x="5095679" y="13455"/>
                </a:lnTo>
                <a:lnTo>
                  <a:pt x="5131699" y="26177"/>
                </a:lnTo>
                <a:lnTo>
                  <a:pt x="5163530" y="47380"/>
                </a:lnTo>
                <a:lnTo>
                  <a:pt x="5191171" y="77065"/>
                </a:lnTo>
                <a:lnTo>
                  <a:pt x="5213895" y="115808"/>
                </a:lnTo>
                <a:lnTo>
                  <a:pt x="5230124" y="164183"/>
                </a:lnTo>
                <a:lnTo>
                  <a:pt x="5239861" y="222192"/>
                </a:lnTo>
                <a:lnTo>
                  <a:pt x="5243107" y="289834"/>
                </a:lnTo>
                <a:lnTo>
                  <a:pt x="5240929" y="344751"/>
                </a:lnTo>
                <a:lnTo>
                  <a:pt x="5234396" y="394241"/>
                </a:lnTo>
                <a:lnTo>
                  <a:pt x="5223507" y="438303"/>
                </a:lnTo>
                <a:lnTo>
                  <a:pt x="5208261" y="476936"/>
                </a:lnTo>
                <a:lnTo>
                  <a:pt x="5188658" y="510141"/>
                </a:lnTo>
                <a:lnTo>
                  <a:pt x="5159865" y="543124"/>
                </a:lnTo>
                <a:lnTo>
                  <a:pt x="5127091" y="566684"/>
                </a:lnTo>
                <a:lnTo>
                  <a:pt x="5090337" y="580820"/>
                </a:lnTo>
                <a:lnTo>
                  <a:pt x="5049605" y="585531"/>
                </a:lnTo>
                <a:lnTo>
                  <a:pt x="5113433" y="585531"/>
                </a:lnTo>
                <a:lnTo>
                  <a:pt x="5152849" y="574642"/>
                </a:lnTo>
                <a:lnTo>
                  <a:pt x="5198974" y="550559"/>
                </a:lnTo>
                <a:lnTo>
                  <a:pt x="5238919" y="516842"/>
                </a:lnTo>
                <a:lnTo>
                  <a:pt x="5265455" y="483068"/>
                </a:lnTo>
                <a:lnTo>
                  <a:pt x="5286095" y="443396"/>
                </a:lnTo>
                <a:lnTo>
                  <a:pt x="5300838" y="397826"/>
                </a:lnTo>
                <a:lnTo>
                  <a:pt x="5309685" y="346360"/>
                </a:lnTo>
                <a:lnTo>
                  <a:pt x="5312634" y="288996"/>
                </a:lnTo>
                <a:lnTo>
                  <a:pt x="5309853" y="231967"/>
                </a:lnTo>
                <a:lnTo>
                  <a:pt x="5301510" y="181506"/>
                </a:lnTo>
                <a:lnTo>
                  <a:pt x="5287605" y="137612"/>
                </a:lnTo>
                <a:lnTo>
                  <a:pt x="5268138" y="100286"/>
                </a:lnTo>
                <a:lnTo>
                  <a:pt x="5243107" y="69526"/>
                </a:lnTo>
                <a:lnTo>
                  <a:pt x="5205779" y="39475"/>
                </a:lnTo>
                <a:lnTo>
                  <a:pt x="5162481" y="18010"/>
                </a:lnTo>
                <a:lnTo>
                  <a:pt x="5128835" y="9214"/>
                </a:lnTo>
                <a:close/>
              </a:path>
              <a:path w="8315959" h="594994">
                <a:moveTo>
                  <a:pt x="5474273" y="4188"/>
                </a:moveTo>
                <a:lnTo>
                  <a:pt x="5404746" y="4188"/>
                </a:lnTo>
                <a:lnTo>
                  <a:pt x="5404746" y="590557"/>
                </a:lnTo>
                <a:lnTo>
                  <a:pt x="5723061" y="590557"/>
                </a:lnTo>
                <a:lnTo>
                  <a:pt x="5723061" y="582181"/>
                </a:lnTo>
                <a:lnTo>
                  <a:pt x="5474273" y="582181"/>
                </a:lnTo>
                <a:lnTo>
                  <a:pt x="5474273" y="4188"/>
                </a:lnTo>
                <a:close/>
              </a:path>
              <a:path w="8315959" h="594994">
                <a:moveTo>
                  <a:pt x="5851382" y="4188"/>
                </a:moveTo>
                <a:lnTo>
                  <a:pt x="5781855" y="4188"/>
                </a:lnTo>
                <a:lnTo>
                  <a:pt x="5781855" y="339257"/>
                </a:lnTo>
                <a:lnTo>
                  <a:pt x="5784536" y="398027"/>
                </a:lnTo>
                <a:lnTo>
                  <a:pt x="5792579" y="448355"/>
                </a:lnTo>
                <a:lnTo>
                  <a:pt x="5805983" y="490238"/>
                </a:lnTo>
                <a:lnTo>
                  <a:pt x="5824746" y="523678"/>
                </a:lnTo>
                <a:lnTo>
                  <a:pt x="5865466" y="560663"/>
                </a:lnTo>
                <a:lnTo>
                  <a:pt x="5900231" y="578673"/>
                </a:lnTo>
                <a:lnTo>
                  <a:pt x="5937820" y="588725"/>
                </a:lnTo>
                <a:lnTo>
                  <a:pt x="5982635" y="593332"/>
                </a:lnTo>
                <a:lnTo>
                  <a:pt x="6008026" y="593908"/>
                </a:lnTo>
                <a:lnTo>
                  <a:pt x="6047924" y="590086"/>
                </a:lnTo>
                <a:lnTo>
                  <a:pt x="6062193" y="585531"/>
                </a:lnTo>
                <a:lnTo>
                  <a:pt x="6008026" y="585531"/>
                </a:lnTo>
                <a:lnTo>
                  <a:pt x="5990647" y="584956"/>
                </a:lnTo>
                <a:lnTo>
                  <a:pt x="5946038" y="576317"/>
                </a:lnTo>
                <a:lnTo>
                  <a:pt x="5909288" y="553543"/>
                </a:lnTo>
                <a:lnTo>
                  <a:pt x="5877298" y="510089"/>
                </a:lnTo>
                <a:lnTo>
                  <a:pt x="5862901" y="465535"/>
                </a:lnTo>
                <a:lnTo>
                  <a:pt x="5854262" y="408312"/>
                </a:lnTo>
                <a:lnTo>
                  <a:pt x="5851416" y="339257"/>
                </a:lnTo>
                <a:lnTo>
                  <a:pt x="5851382" y="4188"/>
                </a:lnTo>
                <a:close/>
              </a:path>
              <a:path w="8315959" h="594994">
                <a:moveTo>
                  <a:pt x="6195664" y="4188"/>
                </a:moveTo>
                <a:lnTo>
                  <a:pt x="6184775" y="4188"/>
                </a:lnTo>
                <a:lnTo>
                  <a:pt x="6184732" y="339257"/>
                </a:lnTo>
                <a:lnTo>
                  <a:pt x="6181739" y="398574"/>
                </a:lnTo>
                <a:lnTo>
                  <a:pt x="6172631" y="450038"/>
                </a:lnTo>
                <a:lnTo>
                  <a:pt x="6157448" y="492812"/>
                </a:lnTo>
                <a:lnTo>
                  <a:pt x="6136190" y="526894"/>
                </a:lnTo>
                <a:lnTo>
                  <a:pt x="6080275" y="570872"/>
                </a:lnTo>
                <a:lnTo>
                  <a:pt x="6008026" y="585531"/>
                </a:lnTo>
                <a:lnTo>
                  <a:pt x="6062193" y="585531"/>
                </a:lnTo>
                <a:lnTo>
                  <a:pt x="6115775" y="559512"/>
                </a:lnTo>
                <a:lnTo>
                  <a:pt x="6143729" y="532758"/>
                </a:lnTo>
                <a:lnTo>
                  <a:pt x="6166452" y="497419"/>
                </a:lnTo>
                <a:lnTo>
                  <a:pt x="6182682" y="453389"/>
                </a:lnTo>
                <a:lnTo>
                  <a:pt x="6192419" y="400668"/>
                </a:lnTo>
                <a:lnTo>
                  <a:pt x="6195664" y="339257"/>
                </a:lnTo>
                <a:lnTo>
                  <a:pt x="6195664" y="4188"/>
                </a:lnTo>
                <a:close/>
              </a:path>
              <a:path w="8315959" h="594994">
                <a:moveTo>
                  <a:pt x="6481436" y="12565"/>
                </a:moveTo>
                <a:lnTo>
                  <a:pt x="6411909" y="12565"/>
                </a:lnTo>
                <a:lnTo>
                  <a:pt x="6411909" y="590557"/>
                </a:lnTo>
                <a:lnTo>
                  <a:pt x="6481436" y="590557"/>
                </a:lnTo>
                <a:lnTo>
                  <a:pt x="6481436" y="12565"/>
                </a:lnTo>
                <a:close/>
              </a:path>
              <a:path w="8315959" h="594994">
                <a:moveTo>
                  <a:pt x="6627190" y="4188"/>
                </a:moveTo>
                <a:lnTo>
                  <a:pt x="6266992" y="4188"/>
                </a:lnTo>
                <a:lnTo>
                  <a:pt x="6266992" y="12565"/>
                </a:lnTo>
                <a:lnTo>
                  <a:pt x="6627190" y="12565"/>
                </a:lnTo>
                <a:lnTo>
                  <a:pt x="6627190" y="4188"/>
                </a:lnTo>
                <a:close/>
              </a:path>
              <a:path w="8315959" h="594994">
                <a:moveTo>
                  <a:pt x="6860251" y="582181"/>
                </a:moveTo>
                <a:lnTo>
                  <a:pt x="6711146" y="582181"/>
                </a:lnTo>
                <a:lnTo>
                  <a:pt x="6711146" y="590557"/>
                </a:lnTo>
                <a:lnTo>
                  <a:pt x="6860251" y="590557"/>
                </a:lnTo>
                <a:lnTo>
                  <a:pt x="6860251" y="582181"/>
                </a:lnTo>
                <a:close/>
              </a:path>
              <a:path w="8315959" h="594994">
                <a:moveTo>
                  <a:pt x="6819205" y="12565"/>
                </a:moveTo>
                <a:lnTo>
                  <a:pt x="6749679" y="12565"/>
                </a:lnTo>
                <a:lnTo>
                  <a:pt x="6749679" y="582181"/>
                </a:lnTo>
                <a:lnTo>
                  <a:pt x="6819205" y="582181"/>
                </a:lnTo>
                <a:lnTo>
                  <a:pt x="6819205" y="12565"/>
                </a:lnTo>
                <a:close/>
              </a:path>
              <a:path w="8315959" h="594994">
                <a:moveTo>
                  <a:pt x="6860251" y="4188"/>
                </a:moveTo>
                <a:lnTo>
                  <a:pt x="6711146" y="4188"/>
                </a:lnTo>
                <a:lnTo>
                  <a:pt x="6711146" y="12565"/>
                </a:lnTo>
                <a:lnTo>
                  <a:pt x="6860251" y="12565"/>
                </a:lnTo>
                <a:lnTo>
                  <a:pt x="6860251" y="4188"/>
                </a:lnTo>
                <a:close/>
              </a:path>
              <a:path w="8315959" h="594994">
                <a:moveTo>
                  <a:pt x="7209424" y="837"/>
                </a:moveTo>
                <a:lnTo>
                  <a:pt x="7153820" y="5811"/>
                </a:lnTo>
                <a:lnTo>
                  <a:pt x="7103453" y="20732"/>
                </a:lnTo>
                <a:lnTo>
                  <a:pt x="7058325" y="45601"/>
                </a:lnTo>
                <a:lnTo>
                  <a:pt x="7018435" y="80416"/>
                </a:lnTo>
                <a:lnTo>
                  <a:pt x="6991895" y="114861"/>
                </a:lnTo>
                <a:lnTo>
                  <a:pt x="6971254" y="155204"/>
                </a:lnTo>
                <a:lnTo>
                  <a:pt x="6956512" y="201443"/>
                </a:lnTo>
                <a:lnTo>
                  <a:pt x="6947668" y="253580"/>
                </a:lnTo>
                <a:lnTo>
                  <a:pt x="6944720" y="311613"/>
                </a:lnTo>
                <a:lnTo>
                  <a:pt x="6945924" y="348523"/>
                </a:lnTo>
                <a:lnTo>
                  <a:pt x="6955556" y="415118"/>
                </a:lnTo>
                <a:lnTo>
                  <a:pt x="6974981" y="471347"/>
                </a:lnTo>
                <a:lnTo>
                  <a:pt x="7002624" y="515324"/>
                </a:lnTo>
                <a:lnTo>
                  <a:pt x="7055606" y="559512"/>
                </a:lnTo>
                <a:lnTo>
                  <a:pt x="7096755" y="578621"/>
                </a:lnTo>
                <a:lnTo>
                  <a:pt x="7142721" y="590086"/>
                </a:lnTo>
                <a:lnTo>
                  <a:pt x="7193508" y="593908"/>
                </a:lnTo>
                <a:lnTo>
                  <a:pt x="7251987" y="589092"/>
                </a:lnTo>
                <a:lnTo>
                  <a:pt x="7264873" y="585531"/>
                </a:lnTo>
                <a:lnTo>
                  <a:pt x="7201047" y="585531"/>
                </a:lnTo>
                <a:lnTo>
                  <a:pt x="7160837" y="581343"/>
                </a:lnTo>
                <a:lnTo>
                  <a:pt x="7124817" y="568778"/>
                </a:lnTo>
                <a:lnTo>
                  <a:pt x="7092986" y="547836"/>
                </a:lnTo>
                <a:lnTo>
                  <a:pt x="7065345" y="518518"/>
                </a:lnTo>
                <a:lnTo>
                  <a:pt x="7042986" y="480090"/>
                </a:lnTo>
                <a:lnTo>
                  <a:pt x="7027019" y="431819"/>
                </a:lnTo>
                <a:lnTo>
                  <a:pt x="7017439" y="373706"/>
                </a:lnTo>
                <a:lnTo>
                  <a:pt x="7014247" y="305750"/>
                </a:lnTo>
                <a:lnTo>
                  <a:pt x="7016390" y="250262"/>
                </a:lnTo>
                <a:lnTo>
                  <a:pt x="7022822" y="200404"/>
                </a:lnTo>
                <a:lnTo>
                  <a:pt x="7033544" y="156175"/>
                </a:lnTo>
                <a:lnTo>
                  <a:pt x="7048555" y="117575"/>
                </a:lnTo>
                <a:lnTo>
                  <a:pt x="7067858" y="84604"/>
                </a:lnTo>
                <a:lnTo>
                  <a:pt x="7096963" y="51621"/>
                </a:lnTo>
                <a:lnTo>
                  <a:pt x="7129841" y="28061"/>
                </a:lnTo>
                <a:lnTo>
                  <a:pt x="7166491" y="13926"/>
                </a:lnTo>
                <a:lnTo>
                  <a:pt x="7206911" y="9214"/>
                </a:lnTo>
                <a:lnTo>
                  <a:pt x="7280275" y="9214"/>
                </a:lnTo>
                <a:lnTo>
                  <a:pt x="7264655" y="5130"/>
                </a:lnTo>
                <a:lnTo>
                  <a:pt x="7209424" y="837"/>
                </a:lnTo>
                <a:close/>
              </a:path>
              <a:path w="8315959" h="594994">
                <a:moveTo>
                  <a:pt x="7280275" y="9214"/>
                </a:moveTo>
                <a:lnTo>
                  <a:pt x="7206911" y="9214"/>
                </a:lnTo>
                <a:lnTo>
                  <a:pt x="7247115" y="13455"/>
                </a:lnTo>
                <a:lnTo>
                  <a:pt x="7283134" y="26177"/>
                </a:lnTo>
                <a:lnTo>
                  <a:pt x="7314967" y="47380"/>
                </a:lnTo>
                <a:lnTo>
                  <a:pt x="7342614" y="77065"/>
                </a:lnTo>
                <a:lnTo>
                  <a:pt x="7365333" y="115808"/>
                </a:lnTo>
                <a:lnTo>
                  <a:pt x="7381563" y="164183"/>
                </a:lnTo>
                <a:lnTo>
                  <a:pt x="7391302" y="222192"/>
                </a:lnTo>
                <a:lnTo>
                  <a:pt x="7394549" y="289834"/>
                </a:lnTo>
                <a:lnTo>
                  <a:pt x="7392371" y="344751"/>
                </a:lnTo>
                <a:lnTo>
                  <a:pt x="7385835" y="394241"/>
                </a:lnTo>
                <a:lnTo>
                  <a:pt x="7374945" y="438303"/>
                </a:lnTo>
                <a:lnTo>
                  <a:pt x="7359699" y="476936"/>
                </a:lnTo>
                <a:lnTo>
                  <a:pt x="7340101" y="510141"/>
                </a:lnTo>
                <a:lnTo>
                  <a:pt x="7311303" y="543124"/>
                </a:lnTo>
                <a:lnTo>
                  <a:pt x="7278529" y="566684"/>
                </a:lnTo>
                <a:lnTo>
                  <a:pt x="7241778" y="580820"/>
                </a:lnTo>
                <a:lnTo>
                  <a:pt x="7201047" y="585531"/>
                </a:lnTo>
                <a:lnTo>
                  <a:pt x="7264873" y="585531"/>
                </a:lnTo>
                <a:lnTo>
                  <a:pt x="7304288" y="574642"/>
                </a:lnTo>
                <a:lnTo>
                  <a:pt x="7350411" y="550559"/>
                </a:lnTo>
                <a:lnTo>
                  <a:pt x="7390361" y="516842"/>
                </a:lnTo>
                <a:lnTo>
                  <a:pt x="7416897" y="483068"/>
                </a:lnTo>
                <a:lnTo>
                  <a:pt x="7437537" y="443396"/>
                </a:lnTo>
                <a:lnTo>
                  <a:pt x="7452280" y="397826"/>
                </a:lnTo>
                <a:lnTo>
                  <a:pt x="7461127" y="346360"/>
                </a:lnTo>
                <a:lnTo>
                  <a:pt x="7464076" y="288996"/>
                </a:lnTo>
                <a:lnTo>
                  <a:pt x="7461294" y="231967"/>
                </a:lnTo>
                <a:lnTo>
                  <a:pt x="7452950" y="181506"/>
                </a:lnTo>
                <a:lnTo>
                  <a:pt x="7439043" y="137612"/>
                </a:lnTo>
                <a:lnTo>
                  <a:pt x="7419576" y="100286"/>
                </a:lnTo>
                <a:lnTo>
                  <a:pt x="7394549" y="69526"/>
                </a:lnTo>
                <a:lnTo>
                  <a:pt x="7357217" y="39475"/>
                </a:lnTo>
                <a:lnTo>
                  <a:pt x="7313919" y="18010"/>
                </a:lnTo>
                <a:lnTo>
                  <a:pt x="7280275" y="9214"/>
                </a:lnTo>
                <a:close/>
              </a:path>
              <a:path w="8315959" h="594994">
                <a:moveTo>
                  <a:pt x="7580470" y="4188"/>
                </a:moveTo>
                <a:lnTo>
                  <a:pt x="7552000" y="4188"/>
                </a:lnTo>
                <a:lnTo>
                  <a:pt x="7552000" y="590557"/>
                </a:lnTo>
                <a:lnTo>
                  <a:pt x="7562879" y="590557"/>
                </a:lnTo>
                <a:lnTo>
                  <a:pt x="7562879" y="104708"/>
                </a:lnTo>
                <a:lnTo>
                  <a:pt x="7645104" y="104708"/>
                </a:lnTo>
                <a:lnTo>
                  <a:pt x="7580470" y="4188"/>
                </a:lnTo>
                <a:close/>
              </a:path>
              <a:path w="8315959" h="594994">
                <a:moveTo>
                  <a:pt x="7645104" y="104708"/>
                </a:moveTo>
                <a:lnTo>
                  <a:pt x="7562879" y="104708"/>
                </a:lnTo>
                <a:lnTo>
                  <a:pt x="7878692" y="590557"/>
                </a:lnTo>
                <a:lnTo>
                  <a:pt x="7939831" y="590557"/>
                </a:lnTo>
                <a:lnTo>
                  <a:pt x="7939831" y="546161"/>
                </a:lnTo>
                <a:lnTo>
                  <a:pt x="7928952" y="546161"/>
                </a:lnTo>
                <a:lnTo>
                  <a:pt x="7645104" y="104708"/>
                </a:lnTo>
                <a:close/>
              </a:path>
              <a:path w="8315959" h="594994">
                <a:moveTo>
                  <a:pt x="7939831" y="4188"/>
                </a:moveTo>
                <a:lnTo>
                  <a:pt x="7928952" y="4188"/>
                </a:lnTo>
                <a:lnTo>
                  <a:pt x="7928952" y="546161"/>
                </a:lnTo>
                <a:lnTo>
                  <a:pt x="7939831" y="546161"/>
                </a:lnTo>
                <a:lnTo>
                  <a:pt x="7939831" y="4188"/>
                </a:lnTo>
                <a:close/>
              </a:path>
              <a:path w="8315959" h="594994">
                <a:moveTo>
                  <a:pt x="8213686" y="6701"/>
                </a:moveTo>
                <a:lnTo>
                  <a:pt x="8143197" y="6701"/>
                </a:lnTo>
                <a:lnTo>
                  <a:pt x="8167283" y="8952"/>
                </a:lnTo>
                <a:lnTo>
                  <a:pt x="8188433" y="15706"/>
                </a:lnTo>
                <a:lnTo>
                  <a:pt x="8221938" y="42721"/>
                </a:lnTo>
                <a:lnTo>
                  <a:pt x="8242670" y="83976"/>
                </a:lnTo>
                <a:lnTo>
                  <a:pt x="8249581" y="137378"/>
                </a:lnTo>
                <a:lnTo>
                  <a:pt x="8246074" y="167482"/>
                </a:lnTo>
                <a:lnTo>
                  <a:pt x="8235552" y="199156"/>
                </a:lnTo>
                <a:lnTo>
                  <a:pt x="8218014" y="232401"/>
                </a:lnTo>
                <a:lnTo>
                  <a:pt x="8193457" y="267216"/>
                </a:lnTo>
                <a:lnTo>
                  <a:pt x="8182148" y="281981"/>
                </a:lnTo>
                <a:lnTo>
                  <a:pt x="8170840" y="296954"/>
                </a:lnTo>
                <a:lnTo>
                  <a:pt x="8124035" y="365538"/>
                </a:lnTo>
                <a:lnTo>
                  <a:pt x="8106758" y="404176"/>
                </a:lnTo>
                <a:lnTo>
                  <a:pt x="8096392" y="443442"/>
                </a:lnTo>
                <a:lnTo>
                  <a:pt x="8092936" y="483336"/>
                </a:lnTo>
                <a:lnTo>
                  <a:pt x="8101313" y="483336"/>
                </a:lnTo>
                <a:lnTo>
                  <a:pt x="8102675" y="461818"/>
                </a:lnTo>
                <a:lnTo>
                  <a:pt x="8106761" y="440824"/>
                </a:lnTo>
                <a:lnTo>
                  <a:pt x="8123092" y="400406"/>
                </a:lnTo>
                <a:lnTo>
                  <a:pt x="8147805" y="363339"/>
                </a:lnTo>
                <a:lnTo>
                  <a:pt x="8176703" y="330880"/>
                </a:lnTo>
                <a:lnTo>
                  <a:pt x="8208539" y="301143"/>
                </a:lnTo>
                <a:lnTo>
                  <a:pt x="8240366" y="272243"/>
                </a:lnTo>
                <a:lnTo>
                  <a:pt x="8273350" y="237322"/>
                </a:lnTo>
                <a:lnTo>
                  <a:pt x="8296909" y="202926"/>
                </a:lnTo>
                <a:lnTo>
                  <a:pt x="8311045" y="169052"/>
                </a:lnTo>
                <a:lnTo>
                  <a:pt x="8315757" y="135702"/>
                </a:lnTo>
                <a:lnTo>
                  <a:pt x="8313035" y="103923"/>
                </a:lnTo>
                <a:lnTo>
                  <a:pt x="8291258" y="53244"/>
                </a:lnTo>
                <a:lnTo>
                  <a:pt x="8248850" y="19319"/>
                </a:lnTo>
                <a:lnTo>
                  <a:pt x="8222360" y="8586"/>
                </a:lnTo>
                <a:lnTo>
                  <a:pt x="8213686" y="6701"/>
                </a:lnTo>
                <a:close/>
              </a:path>
              <a:path w="8315959" h="594994">
                <a:moveTo>
                  <a:pt x="8159950" y="0"/>
                </a:moveTo>
                <a:lnTo>
                  <a:pt x="8126024" y="1308"/>
                </a:lnTo>
                <a:lnTo>
                  <a:pt x="8092099" y="5235"/>
                </a:lnTo>
                <a:lnTo>
                  <a:pt x="8058173" y="11779"/>
                </a:lnTo>
                <a:lnTo>
                  <a:pt x="8024247" y="20941"/>
                </a:lnTo>
                <a:lnTo>
                  <a:pt x="8027598" y="25967"/>
                </a:lnTo>
                <a:lnTo>
                  <a:pt x="8047702" y="20941"/>
                </a:lnTo>
                <a:lnTo>
                  <a:pt x="8075033" y="14711"/>
                </a:lnTo>
                <a:lnTo>
                  <a:pt x="8100059" y="10261"/>
                </a:lnTo>
                <a:lnTo>
                  <a:pt x="8122780" y="7591"/>
                </a:lnTo>
                <a:lnTo>
                  <a:pt x="8143197" y="6701"/>
                </a:lnTo>
                <a:lnTo>
                  <a:pt x="8213686" y="6701"/>
                </a:lnTo>
                <a:lnTo>
                  <a:pt x="8192727" y="2146"/>
                </a:lnTo>
                <a:lnTo>
                  <a:pt x="8159950" y="0"/>
                </a:lnTo>
                <a:close/>
              </a:path>
              <a:path w="8315959" h="594994">
                <a:moveTo>
                  <a:pt x="8106067" y="540297"/>
                </a:moveTo>
                <a:lnTo>
                  <a:pt x="8091544" y="540297"/>
                </a:lnTo>
                <a:lnTo>
                  <a:pt x="8085125" y="542810"/>
                </a:lnTo>
                <a:lnTo>
                  <a:pt x="8079534" y="547836"/>
                </a:lnTo>
                <a:lnTo>
                  <a:pt x="8074508" y="552862"/>
                </a:lnTo>
                <a:lnTo>
                  <a:pt x="8071995" y="559285"/>
                </a:lnTo>
                <a:lnTo>
                  <a:pt x="8071995" y="574363"/>
                </a:lnTo>
                <a:lnTo>
                  <a:pt x="8074508" y="580785"/>
                </a:lnTo>
                <a:lnTo>
                  <a:pt x="8079534" y="586369"/>
                </a:lnTo>
                <a:lnTo>
                  <a:pt x="8085125" y="591395"/>
                </a:lnTo>
                <a:lnTo>
                  <a:pt x="8091544" y="593908"/>
                </a:lnTo>
                <a:lnTo>
                  <a:pt x="8106067" y="593908"/>
                </a:lnTo>
                <a:lnTo>
                  <a:pt x="8112203" y="591395"/>
                </a:lnTo>
                <a:lnTo>
                  <a:pt x="8122820" y="580785"/>
                </a:lnTo>
                <a:lnTo>
                  <a:pt x="8125605" y="574363"/>
                </a:lnTo>
                <a:lnTo>
                  <a:pt x="8125605" y="559843"/>
                </a:lnTo>
                <a:lnTo>
                  <a:pt x="8122820" y="553700"/>
                </a:lnTo>
                <a:lnTo>
                  <a:pt x="8117229" y="548674"/>
                </a:lnTo>
                <a:lnTo>
                  <a:pt x="8112203" y="543090"/>
                </a:lnTo>
                <a:lnTo>
                  <a:pt x="8106067" y="540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036" y="2674683"/>
            <a:ext cx="18631055" cy="48291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4561" y="8397650"/>
            <a:ext cx="11601740" cy="9004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4561" y="9518034"/>
            <a:ext cx="11601740" cy="9004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22618" y="1361217"/>
            <a:ext cx="6482080" cy="4691380"/>
          </a:xfrm>
          <a:custGeom>
            <a:avLst/>
            <a:gdLst/>
            <a:ahLst/>
            <a:cxnLst/>
            <a:rect l="l" t="t" r="r" b="b"/>
            <a:pathLst>
              <a:path w="6482080" h="4691380">
                <a:moveTo>
                  <a:pt x="3141268" y="0"/>
                </a:moveTo>
                <a:lnTo>
                  <a:pt x="0" y="0"/>
                </a:lnTo>
                <a:lnTo>
                  <a:pt x="0" y="2345486"/>
                </a:lnTo>
                <a:lnTo>
                  <a:pt x="3141268" y="2345486"/>
                </a:lnTo>
                <a:lnTo>
                  <a:pt x="3141268" y="0"/>
                </a:lnTo>
                <a:close/>
              </a:path>
              <a:path w="6482080" h="4691380">
                <a:moveTo>
                  <a:pt x="6481483" y="2345486"/>
                </a:moveTo>
                <a:lnTo>
                  <a:pt x="3141268" y="2345486"/>
                </a:lnTo>
                <a:lnTo>
                  <a:pt x="3141268" y="4690961"/>
                </a:lnTo>
                <a:lnTo>
                  <a:pt x="6481483" y="4690961"/>
                </a:lnTo>
                <a:lnTo>
                  <a:pt x="6481483" y="2345486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63888" y="8209174"/>
            <a:ext cx="3340735" cy="3099435"/>
          </a:xfrm>
          <a:custGeom>
            <a:avLst/>
            <a:gdLst/>
            <a:ahLst/>
            <a:cxnLst/>
            <a:rect l="l" t="t" r="r" b="b"/>
            <a:pathLst>
              <a:path w="3340734" h="3099434">
                <a:moveTo>
                  <a:pt x="0" y="0"/>
                </a:moveTo>
                <a:lnTo>
                  <a:pt x="3340212" y="0"/>
                </a:lnTo>
                <a:lnTo>
                  <a:pt x="3340212" y="3099382"/>
                </a:lnTo>
                <a:lnTo>
                  <a:pt x="0" y="30993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248" y="691078"/>
            <a:ext cx="1581103" cy="67013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763888" y="0"/>
            <a:ext cx="5151755" cy="3246120"/>
          </a:xfrm>
          <a:custGeom>
            <a:avLst/>
            <a:gdLst/>
            <a:ahLst/>
            <a:cxnLst/>
            <a:rect l="l" t="t" r="r" b="b"/>
            <a:pathLst>
              <a:path w="5151755" h="3246120">
                <a:moveTo>
                  <a:pt x="5151675" y="0"/>
                </a:moveTo>
                <a:lnTo>
                  <a:pt x="0" y="0"/>
                </a:lnTo>
                <a:lnTo>
                  <a:pt x="0" y="3245974"/>
                </a:lnTo>
                <a:lnTo>
                  <a:pt x="5151675" y="3245974"/>
                </a:lnTo>
                <a:lnTo>
                  <a:pt x="515167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13532" y="770659"/>
            <a:ext cx="5789930" cy="594360"/>
          </a:xfrm>
          <a:custGeom>
            <a:avLst/>
            <a:gdLst/>
            <a:ahLst/>
            <a:cxnLst/>
            <a:rect l="l" t="t" r="r" b="b"/>
            <a:pathLst>
              <a:path w="5789930" h="594360">
                <a:moveTo>
                  <a:pt x="149105" y="582181"/>
                </a:moveTo>
                <a:lnTo>
                  <a:pt x="0" y="582181"/>
                </a:lnTo>
                <a:lnTo>
                  <a:pt x="0" y="590557"/>
                </a:lnTo>
                <a:lnTo>
                  <a:pt x="149105" y="590557"/>
                </a:lnTo>
                <a:lnTo>
                  <a:pt x="149105" y="582181"/>
                </a:lnTo>
                <a:close/>
              </a:path>
              <a:path w="5789930" h="594360">
                <a:moveTo>
                  <a:pt x="108059" y="12565"/>
                </a:moveTo>
                <a:lnTo>
                  <a:pt x="38532" y="12565"/>
                </a:lnTo>
                <a:lnTo>
                  <a:pt x="38532" y="582181"/>
                </a:lnTo>
                <a:lnTo>
                  <a:pt x="108059" y="582181"/>
                </a:lnTo>
                <a:lnTo>
                  <a:pt x="108059" y="12565"/>
                </a:lnTo>
                <a:close/>
              </a:path>
              <a:path w="5789930" h="594360">
                <a:moveTo>
                  <a:pt x="149105" y="4188"/>
                </a:moveTo>
                <a:lnTo>
                  <a:pt x="0" y="4188"/>
                </a:lnTo>
                <a:lnTo>
                  <a:pt x="0" y="12565"/>
                </a:lnTo>
                <a:lnTo>
                  <a:pt x="149105" y="12565"/>
                </a:lnTo>
                <a:lnTo>
                  <a:pt x="149105" y="4188"/>
                </a:lnTo>
                <a:close/>
              </a:path>
              <a:path w="5789930" h="594360">
                <a:moveTo>
                  <a:pt x="241550" y="533596"/>
                </a:moveTo>
                <a:lnTo>
                  <a:pt x="275685" y="562653"/>
                </a:lnTo>
                <a:lnTo>
                  <a:pt x="317778" y="578621"/>
                </a:lnTo>
                <a:lnTo>
                  <a:pt x="363640" y="588202"/>
                </a:lnTo>
                <a:lnTo>
                  <a:pt x="413272" y="591396"/>
                </a:lnTo>
                <a:lnTo>
                  <a:pt x="440025" y="590611"/>
                </a:lnTo>
                <a:lnTo>
                  <a:pt x="464998" y="588254"/>
                </a:lnTo>
                <a:lnTo>
                  <a:pt x="488192" y="584327"/>
                </a:lnTo>
                <a:lnTo>
                  <a:pt x="493290" y="583018"/>
                </a:lnTo>
                <a:lnTo>
                  <a:pt x="403220" y="583018"/>
                </a:lnTo>
                <a:lnTo>
                  <a:pt x="380289" y="582181"/>
                </a:lnTo>
                <a:lnTo>
                  <a:pt x="335055" y="575480"/>
                </a:lnTo>
                <a:lnTo>
                  <a:pt x="291967" y="562025"/>
                </a:lnTo>
                <a:lnTo>
                  <a:pt x="256366" y="544015"/>
                </a:lnTo>
                <a:lnTo>
                  <a:pt x="241550" y="533596"/>
                </a:lnTo>
                <a:close/>
              </a:path>
              <a:path w="5789930" h="594360">
                <a:moveTo>
                  <a:pt x="410760" y="2513"/>
                </a:moveTo>
                <a:lnTo>
                  <a:pt x="372279" y="4921"/>
                </a:lnTo>
                <a:lnTo>
                  <a:pt x="310710" y="24187"/>
                </a:lnTo>
                <a:lnTo>
                  <a:pt x="269664" y="61359"/>
                </a:lnTo>
                <a:lnTo>
                  <a:pt x="249141" y="110782"/>
                </a:lnTo>
                <a:lnTo>
                  <a:pt x="246575" y="139891"/>
                </a:lnTo>
                <a:lnTo>
                  <a:pt x="250554" y="176225"/>
                </a:lnTo>
                <a:lnTo>
                  <a:pt x="282386" y="235699"/>
                </a:lnTo>
                <a:lnTo>
                  <a:pt x="324846" y="268264"/>
                </a:lnTo>
                <a:lnTo>
                  <a:pt x="373065" y="294023"/>
                </a:lnTo>
                <a:lnTo>
                  <a:pt x="457721" y="330618"/>
                </a:lnTo>
                <a:lnTo>
                  <a:pt x="473794" y="338210"/>
                </a:lnTo>
                <a:lnTo>
                  <a:pt x="531594" y="375015"/>
                </a:lnTo>
                <a:lnTo>
                  <a:pt x="563425" y="427369"/>
                </a:lnTo>
                <a:lnTo>
                  <a:pt x="567404" y="459044"/>
                </a:lnTo>
                <a:lnTo>
                  <a:pt x="564368" y="487786"/>
                </a:lnTo>
                <a:lnTo>
                  <a:pt x="540075" y="534277"/>
                </a:lnTo>
                <a:lnTo>
                  <a:pt x="493689" y="565585"/>
                </a:lnTo>
                <a:lnTo>
                  <a:pt x="435889" y="581081"/>
                </a:lnTo>
                <a:lnTo>
                  <a:pt x="403220" y="583018"/>
                </a:lnTo>
                <a:lnTo>
                  <a:pt x="493290" y="583018"/>
                </a:lnTo>
                <a:lnTo>
                  <a:pt x="529761" y="570663"/>
                </a:lnTo>
                <a:lnTo>
                  <a:pt x="565362" y="545533"/>
                </a:lnTo>
                <a:lnTo>
                  <a:pt x="593633" y="509199"/>
                </a:lnTo>
                <a:lnTo>
                  <a:pt x="608293" y="464803"/>
                </a:lnTo>
                <a:lnTo>
                  <a:pt x="610125" y="439777"/>
                </a:lnTo>
                <a:lnTo>
                  <a:pt x="609026" y="414595"/>
                </a:lnTo>
                <a:lnTo>
                  <a:pt x="600230" y="371455"/>
                </a:lnTo>
                <a:lnTo>
                  <a:pt x="583058" y="337267"/>
                </a:lnTo>
                <a:lnTo>
                  <a:pt x="546462" y="299886"/>
                </a:lnTo>
                <a:lnTo>
                  <a:pt x="500443" y="273343"/>
                </a:lnTo>
                <a:lnTo>
                  <a:pt x="449292" y="251301"/>
                </a:lnTo>
                <a:lnTo>
                  <a:pt x="414948" y="238736"/>
                </a:lnTo>
                <a:lnTo>
                  <a:pt x="398508" y="232348"/>
                </a:lnTo>
                <a:lnTo>
                  <a:pt x="352960" y="211930"/>
                </a:lnTo>
                <a:lnTo>
                  <a:pt x="305213" y="171513"/>
                </a:lnTo>
                <a:lnTo>
                  <a:pt x="289297" y="117273"/>
                </a:lnTo>
                <a:lnTo>
                  <a:pt x="291653" y="93505"/>
                </a:lnTo>
                <a:lnTo>
                  <a:pt x="310501" y="54134"/>
                </a:lnTo>
                <a:lnTo>
                  <a:pt x="347672" y="26072"/>
                </a:lnTo>
                <a:lnTo>
                  <a:pt x="400027" y="11832"/>
                </a:lnTo>
                <a:lnTo>
                  <a:pt x="431702" y="10052"/>
                </a:lnTo>
                <a:lnTo>
                  <a:pt x="496305" y="10052"/>
                </a:lnTo>
                <a:lnTo>
                  <a:pt x="494317" y="9633"/>
                </a:lnTo>
                <a:lnTo>
                  <a:pt x="452382" y="4293"/>
                </a:lnTo>
                <a:lnTo>
                  <a:pt x="410760" y="2513"/>
                </a:lnTo>
                <a:close/>
              </a:path>
              <a:path w="5789930" h="594360">
                <a:moveTo>
                  <a:pt x="496305" y="10052"/>
                </a:moveTo>
                <a:lnTo>
                  <a:pt x="431702" y="10052"/>
                </a:lnTo>
                <a:lnTo>
                  <a:pt x="466151" y="11884"/>
                </a:lnTo>
                <a:lnTo>
                  <a:pt x="501647" y="17381"/>
                </a:lnTo>
                <a:lnTo>
                  <a:pt x="538190" y="26543"/>
                </a:lnTo>
                <a:lnTo>
                  <a:pt x="575781" y="39370"/>
                </a:lnTo>
                <a:lnTo>
                  <a:pt x="579132" y="30993"/>
                </a:lnTo>
                <a:lnTo>
                  <a:pt x="536567" y="18533"/>
                </a:lnTo>
                <a:lnTo>
                  <a:pt x="496305" y="10052"/>
                </a:lnTo>
                <a:close/>
              </a:path>
              <a:path w="5789930" h="594360">
                <a:moveTo>
                  <a:pt x="1097212" y="582181"/>
                </a:moveTo>
                <a:lnTo>
                  <a:pt x="948106" y="582181"/>
                </a:lnTo>
                <a:lnTo>
                  <a:pt x="948106" y="590557"/>
                </a:lnTo>
                <a:lnTo>
                  <a:pt x="1097212" y="590557"/>
                </a:lnTo>
                <a:lnTo>
                  <a:pt x="1097212" y="582181"/>
                </a:lnTo>
                <a:close/>
              </a:path>
              <a:path w="5789930" h="594360">
                <a:moveTo>
                  <a:pt x="1056166" y="12565"/>
                </a:moveTo>
                <a:lnTo>
                  <a:pt x="986639" y="12565"/>
                </a:lnTo>
                <a:lnTo>
                  <a:pt x="986639" y="582181"/>
                </a:lnTo>
                <a:lnTo>
                  <a:pt x="1056166" y="582181"/>
                </a:lnTo>
                <a:lnTo>
                  <a:pt x="1056166" y="12565"/>
                </a:lnTo>
                <a:close/>
              </a:path>
              <a:path w="5789930" h="594360">
                <a:moveTo>
                  <a:pt x="1097212" y="4188"/>
                </a:moveTo>
                <a:lnTo>
                  <a:pt x="948106" y="4188"/>
                </a:lnTo>
                <a:lnTo>
                  <a:pt x="948106" y="12565"/>
                </a:lnTo>
                <a:lnTo>
                  <a:pt x="1097212" y="12565"/>
                </a:lnTo>
                <a:lnTo>
                  <a:pt x="1097212" y="4188"/>
                </a:lnTo>
                <a:close/>
              </a:path>
              <a:path w="5789930" h="594360">
                <a:moveTo>
                  <a:pt x="1395727" y="12565"/>
                </a:moveTo>
                <a:lnTo>
                  <a:pt x="1326200" y="12565"/>
                </a:lnTo>
                <a:lnTo>
                  <a:pt x="1326200" y="590557"/>
                </a:lnTo>
                <a:lnTo>
                  <a:pt x="1395727" y="590557"/>
                </a:lnTo>
                <a:lnTo>
                  <a:pt x="1395727" y="12565"/>
                </a:lnTo>
                <a:close/>
              </a:path>
              <a:path w="5789930" h="594360">
                <a:moveTo>
                  <a:pt x="1541481" y="4188"/>
                </a:moveTo>
                <a:lnTo>
                  <a:pt x="1181283" y="4188"/>
                </a:lnTo>
                <a:lnTo>
                  <a:pt x="1181283" y="12565"/>
                </a:lnTo>
                <a:lnTo>
                  <a:pt x="1541481" y="12565"/>
                </a:lnTo>
                <a:lnTo>
                  <a:pt x="1541481" y="4188"/>
                </a:lnTo>
                <a:close/>
              </a:path>
              <a:path w="5789930" h="594360">
                <a:moveTo>
                  <a:pt x="2209157" y="4188"/>
                </a:moveTo>
                <a:lnTo>
                  <a:pt x="1875764" y="4188"/>
                </a:lnTo>
                <a:lnTo>
                  <a:pt x="1875764" y="590557"/>
                </a:lnTo>
                <a:lnTo>
                  <a:pt x="1945291" y="590557"/>
                </a:lnTo>
                <a:lnTo>
                  <a:pt x="1945291" y="288996"/>
                </a:lnTo>
                <a:lnTo>
                  <a:pt x="2189891" y="288996"/>
                </a:lnTo>
                <a:lnTo>
                  <a:pt x="2189891" y="280620"/>
                </a:lnTo>
                <a:lnTo>
                  <a:pt x="1945291" y="280620"/>
                </a:lnTo>
                <a:lnTo>
                  <a:pt x="1945291" y="12565"/>
                </a:lnTo>
                <a:lnTo>
                  <a:pt x="2209157" y="12565"/>
                </a:lnTo>
                <a:lnTo>
                  <a:pt x="2209157" y="4188"/>
                </a:lnTo>
                <a:close/>
              </a:path>
              <a:path w="5789930" h="594360">
                <a:moveTo>
                  <a:pt x="2630443" y="4188"/>
                </a:moveTo>
                <a:lnTo>
                  <a:pt x="2297050" y="4188"/>
                </a:lnTo>
                <a:lnTo>
                  <a:pt x="2297050" y="590557"/>
                </a:lnTo>
                <a:lnTo>
                  <a:pt x="2648872" y="590557"/>
                </a:lnTo>
                <a:lnTo>
                  <a:pt x="2648872" y="582181"/>
                </a:lnTo>
                <a:lnTo>
                  <a:pt x="2366577" y="582181"/>
                </a:lnTo>
                <a:lnTo>
                  <a:pt x="2366577" y="272243"/>
                </a:lnTo>
                <a:lnTo>
                  <a:pt x="2611177" y="272243"/>
                </a:lnTo>
                <a:lnTo>
                  <a:pt x="2611177" y="263866"/>
                </a:lnTo>
                <a:lnTo>
                  <a:pt x="2366577" y="263866"/>
                </a:lnTo>
                <a:lnTo>
                  <a:pt x="2366577" y="12565"/>
                </a:lnTo>
                <a:lnTo>
                  <a:pt x="2630443" y="12565"/>
                </a:lnTo>
                <a:lnTo>
                  <a:pt x="2630443" y="4188"/>
                </a:lnTo>
                <a:close/>
              </a:path>
              <a:path w="5789930" h="594360">
                <a:moveTo>
                  <a:pt x="2963323" y="0"/>
                </a:moveTo>
                <a:lnTo>
                  <a:pt x="2954109" y="4188"/>
                </a:lnTo>
                <a:lnTo>
                  <a:pt x="2703645" y="590557"/>
                </a:lnTo>
                <a:lnTo>
                  <a:pt x="2713697" y="590557"/>
                </a:lnTo>
                <a:lnTo>
                  <a:pt x="2793276" y="406270"/>
                </a:lnTo>
                <a:lnTo>
                  <a:pt x="3108543" y="406270"/>
                </a:lnTo>
                <a:lnTo>
                  <a:pt x="3105549" y="397894"/>
                </a:lnTo>
                <a:lnTo>
                  <a:pt x="2796626" y="397894"/>
                </a:lnTo>
                <a:lnTo>
                  <a:pt x="2928141" y="94656"/>
                </a:lnTo>
                <a:lnTo>
                  <a:pt x="2997158" y="94656"/>
                </a:lnTo>
                <a:lnTo>
                  <a:pt x="2963323" y="0"/>
                </a:lnTo>
                <a:close/>
              </a:path>
              <a:path w="5789930" h="594360">
                <a:moveTo>
                  <a:pt x="3108543" y="406270"/>
                </a:moveTo>
                <a:lnTo>
                  <a:pt x="3037876" y="406270"/>
                </a:lnTo>
                <a:lnTo>
                  <a:pt x="3103214" y="590557"/>
                </a:lnTo>
                <a:lnTo>
                  <a:pt x="3174416" y="590557"/>
                </a:lnTo>
                <a:lnTo>
                  <a:pt x="3108543" y="406270"/>
                </a:lnTo>
                <a:close/>
              </a:path>
              <a:path w="5789930" h="594360">
                <a:moveTo>
                  <a:pt x="2997158" y="94656"/>
                </a:moveTo>
                <a:lnTo>
                  <a:pt x="2928141" y="94656"/>
                </a:lnTo>
                <a:lnTo>
                  <a:pt x="3035363" y="397894"/>
                </a:lnTo>
                <a:lnTo>
                  <a:pt x="3105549" y="397894"/>
                </a:lnTo>
                <a:lnTo>
                  <a:pt x="2997158" y="94656"/>
                </a:lnTo>
                <a:close/>
              </a:path>
              <a:path w="5789930" h="594360">
                <a:moveTo>
                  <a:pt x="3233116" y="533596"/>
                </a:moveTo>
                <a:lnTo>
                  <a:pt x="3267251" y="562653"/>
                </a:lnTo>
                <a:lnTo>
                  <a:pt x="3309344" y="578621"/>
                </a:lnTo>
                <a:lnTo>
                  <a:pt x="3355206" y="588202"/>
                </a:lnTo>
                <a:lnTo>
                  <a:pt x="3404838" y="591396"/>
                </a:lnTo>
                <a:lnTo>
                  <a:pt x="3431592" y="590611"/>
                </a:lnTo>
                <a:lnTo>
                  <a:pt x="3456566" y="588254"/>
                </a:lnTo>
                <a:lnTo>
                  <a:pt x="3479759" y="584327"/>
                </a:lnTo>
                <a:lnTo>
                  <a:pt x="3484857" y="583018"/>
                </a:lnTo>
                <a:lnTo>
                  <a:pt x="3394786" y="583018"/>
                </a:lnTo>
                <a:lnTo>
                  <a:pt x="3371857" y="582181"/>
                </a:lnTo>
                <a:lnTo>
                  <a:pt x="3326623" y="575480"/>
                </a:lnTo>
                <a:lnTo>
                  <a:pt x="3283535" y="562025"/>
                </a:lnTo>
                <a:lnTo>
                  <a:pt x="3247933" y="544015"/>
                </a:lnTo>
                <a:lnTo>
                  <a:pt x="3233116" y="533596"/>
                </a:lnTo>
                <a:close/>
              </a:path>
              <a:path w="5789930" h="594360">
                <a:moveTo>
                  <a:pt x="3402325" y="2513"/>
                </a:moveTo>
                <a:lnTo>
                  <a:pt x="3363843" y="4921"/>
                </a:lnTo>
                <a:lnTo>
                  <a:pt x="3302274" y="24187"/>
                </a:lnTo>
                <a:lnTo>
                  <a:pt x="3261232" y="61359"/>
                </a:lnTo>
                <a:lnTo>
                  <a:pt x="3240708" y="110782"/>
                </a:lnTo>
                <a:lnTo>
                  <a:pt x="3238142" y="139891"/>
                </a:lnTo>
                <a:lnTo>
                  <a:pt x="3242121" y="176225"/>
                </a:lnTo>
                <a:lnTo>
                  <a:pt x="3273954" y="235699"/>
                </a:lnTo>
                <a:lnTo>
                  <a:pt x="3316410" y="268264"/>
                </a:lnTo>
                <a:lnTo>
                  <a:pt x="3364630" y="294023"/>
                </a:lnTo>
                <a:lnTo>
                  <a:pt x="3449289" y="330618"/>
                </a:lnTo>
                <a:lnTo>
                  <a:pt x="3465363" y="338210"/>
                </a:lnTo>
                <a:lnTo>
                  <a:pt x="3523158" y="375015"/>
                </a:lnTo>
                <a:lnTo>
                  <a:pt x="3554990" y="427369"/>
                </a:lnTo>
                <a:lnTo>
                  <a:pt x="3558970" y="459044"/>
                </a:lnTo>
                <a:lnTo>
                  <a:pt x="3555933" y="487786"/>
                </a:lnTo>
                <a:lnTo>
                  <a:pt x="3531639" y="534277"/>
                </a:lnTo>
                <a:lnTo>
                  <a:pt x="3485255" y="565585"/>
                </a:lnTo>
                <a:lnTo>
                  <a:pt x="3427455" y="581081"/>
                </a:lnTo>
                <a:lnTo>
                  <a:pt x="3394786" y="583018"/>
                </a:lnTo>
                <a:lnTo>
                  <a:pt x="3484857" y="583018"/>
                </a:lnTo>
                <a:lnTo>
                  <a:pt x="3521328" y="570663"/>
                </a:lnTo>
                <a:lnTo>
                  <a:pt x="3556927" y="545533"/>
                </a:lnTo>
                <a:lnTo>
                  <a:pt x="3585201" y="509199"/>
                </a:lnTo>
                <a:lnTo>
                  <a:pt x="3599859" y="464803"/>
                </a:lnTo>
                <a:lnTo>
                  <a:pt x="3601691" y="439777"/>
                </a:lnTo>
                <a:lnTo>
                  <a:pt x="3600591" y="414595"/>
                </a:lnTo>
                <a:lnTo>
                  <a:pt x="3591796" y="371455"/>
                </a:lnTo>
                <a:lnTo>
                  <a:pt x="3574623" y="337267"/>
                </a:lnTo>
                <a:lnTo>
                  <a:pt x="3538028" y="299886"/>
                </a:lnTo>
                <a:lnTo>
                  <a:pt x="3492010" y="273343"/>
                </a:lnTo>
                <a:lnTo>
                  <a:pt x="3440858" y="251301"/>
                </a:lnTo>
                <a:lnTo>
                  <a:pt x="3406514" y="238736"/>
                </a:lnTo>
                <a:lnTo>
                  <a:pt x="3390075" y="232348"/>
                </a:lnTo>
                <a:lnTo>
                  <a:pt x="3344526" y="211930"/>
                </a:lnTo>
                <a:lnTo>
                  <a:pt x="3296780" y="171513"/>
                </a:lnTo>
                <a:lnTo>
                  <a:pt x="3280863" y="117273"/>
                </a:lnTo>
                <a:lnTo>
                  <a:pt x="3283219" y="93505"/>
                </a:lnTo>
                <a:lnTo>
                  <a:pt x="3302066" y="54134"/>
                </a:lnTo>
                <a:lnTo>
                  <a:pt x="3339238" y="26072"/>
                </a:lnTo>
                <a:lnTo>
                  <a:pt x="3391591" y="11832"/>
                </a:lnTo>
                <a:lnTo>
                  <a:pt x="3423267" y="10052"/>
                </a:lnTo>
                <a:lnTo>
                  <a:pt x="3487871" y="10052"/>
                </a:lnTo>
                <a:lnTo>
                  <a:pt x="3485883" y="9633"/>
                </a:lnTo>
                <a:lnTo>
                  <a:pt x="3443947" y="4293"/>
                </a:lnTo>
                <a:lnTo>
                  <a:pt x="3402325" y="2513"/>
                </a:lnTo>
                <a:close/>
              </a:path>
              <a:path w="5789930" h="594360">
                <a:moveTo>
                  <a:pt x="3487871" y="10052"/>
                </a:moveTo>
                <a:lnTo>
                  <a:pt x="3423267" y="10052"/>
                </a:lnTo>
                <a:lnTo>
                  <a:pt x="3457717" y="11884"/>
                </a:lnTo>
                <a:lnTo>
                  <a:pt x="3493214" y="17381"/>
                </a:lnTo>
                <a:lnTo>
                  <a:pt x="3529757" y="26543"/>
                </a:lnTo>
                <a:lnTo>
                  <a:pt x="3567346" y="39370"/>
                </a:lnTo>
                <a:lnTo>
                  <a:pt x="3570697" y="30993"/>
                </a:lnTo>
                <a:lnTo>
                  <a:pt x="3528133" y="18533"/>
                </a:lnTo>
                <a:lnTo>
                  <a:pt x="3487871" y="10052"/>
                </a:lnTo>
                <a:close/>
              </a:path>
              <a:path w="5789930" h="594360">
                <a:moveTo>
                  <a:pt x="3838459" y="582181"/>
                </a:moveTo>
                <a:lnTo>
                  <a:pt x="3689353" y="582181"/>
                </a:lnTo>
                <a:lnTo>
                  <a:pt x="3689353" y="590557"/>
                </a:lnTo>
                <a:lnTo>
                  <a:pt x="3838459" y="590557"/>
                </a:lnTo>
                <a:lnTo>
                  <a:pt x="3838459" y="582181"/>
                </a:lnTo>
                <a:close/>
              </a:path>
              <a:path w="5789930" h="594360">
                <a:moveTo>
                  <a:pt x="3797413" y="12565"/>
                </a:moveTo>
                <a:lnTo>
                  <a:pt x="3727886" y="12565"/>
                </a:lnTo>
                <a:lnTo>
                  <a:pt x="3727886" y="582181"/>
                </a:lnTo>
                <a:lnTo>
                  <a:pt x="3797413" y="582181"/>
                </a:lnTo>
                <a:lnTo>
                  <a:pt x="3797413" y="12565"/>
                </a:lnTo>
                <a:close/>
              </a:path>
              <a:path w="5789930" h="594360">
                <a:moveTo>
                  <a:pt x="3838459" y="4188"/>
                </a:moveTo>
                <a:lnTo>
                  <a:pt x="3689353" y="4188"/>
                </a:lnTo>
                <a:lnTo>
                  <a:pt x="3689353" y="12565"/>
                </a:lnTo>
                <a:lnTo>
                  <a:pt x="3838459" y="12565"/>
                </a:lnTo>
                <a:lnTo>
                  <a:pt x="3838459" y="4188"/>
                </a:lnTo>
                <a:close/>
              </a:path>
              <a:path w="5789930" h="594360">
                <a:moveTo>
                  <a:pt x="4127748" y="4188"/>
                </a:moveTo>
                <a:lnTo>
                  <a:pt x="4089062" y="4607"/>
                </a:lnTo>
                <a:lnTo>
                  <a:pt x="4047546" y="5863"/>
                </a:lnTo>
                <a:lnTo>
                  <a:pt x="4003204" y="7958"/>
                </a:lnTo>
                <a:lnTo>
                  <a:pt x="3956036" y="10889"/>
                </a:lnTo>
                <a:lnTo>
                  <a:pt x="3956036" y="590557"/>
                </a:lnTo>
                <a:lnTo>
                  <a:pt x="4138648" y="590557"/>
                </a:lnTo>
                <a:lnTo>
                  <a:pt x="4193540" y="587258"/>
                </a:lnTo>
                <a:lnTo>
                  <a:pt x="4217365" y="582181"/>
                </a:lnTo>
                <a:lnTo>
                  <a:pt x="4025552" y="582181"/>
                </a:lnTo>
                <a:lnTo>
                  <a:pt x="4025552" y="288158"/>
                </a:lnTo>
                <a:lnTo>
                  <a:pt x="4240386" y="288158"/>
                </a:lnTo>
                <a:lnTo>
                  <a:pt x="4238325" y="287530"/>
                </a:lnTo>
                <a:lnTo>
                  <a:pt x="4208165" y="282295"/>
                </a:lnTo>
                <a:lnTo>
                  <a:pt x="4217654" y="279782"/>
                </a:lnTo>
                <a:lnTo>
                  <a:pt x="4025552" y="279782"/>
                </a:lnTo>
                <a:lnTo>
                  <a:pt x="4025552" y="18428"/>
                </a:lnTo>
                <a:lnTo>
                  <a:pt x="4052047" y="15863"/>
                </a:lnTo>
                <a:lnTo>
                  <a:pt x="4077911" y="14031"/>
                </a:lnTo>
                <a:lnTo>
                  <a:pt x="4103144" y="12931"/>
                </a:lnTo>
                <a:lnTo>
                  <a:pt x="4127748" y="12565"/>
                </a:lnTo>
                <a:lnTo>
                  <a:pt x="4211350" y="12565"/>
                </a:lnTo>
                <a:lnTo>
                  <a:pt x="4190972" y="8027"/>
                </a:lnTo>
                <a:lnTo>
                  <a:pt x="4127748" y="4188"/>
                </a:lnTo>
                <a:close/>
              </a:path>
              <a:path w="5789930" h="594360">
                <a:moveTo>
                  <a:pt x="4240386" y="288158"/>
                </a:moveTo>
                <a:lnTo>
                  <a:pt x="4149538" y="288158"/>
                </a:lnTo>
                <a:lnTo>
                  <a:pt x="4179009" y="290567"/>
                </a:lnTo>
                <a:lnTo>
                  <a:pt x="4204608" y="296117"/>
                </a:lnTo>
                <a:lnTo>
                  <a:pt x="4244184" y="316640"/>
                </a:lnTo>
                <a:lnTo>
                  <a:pt x="4268065" y="356848"/>
                </a:lnTo>
                <a:lnTo>
                  <a:pt x="4276026" y="423861"/>
                </a:lnTo>
                <a:lnTo>
                  <a:pt x="4274036" y="461504"/>
                </a:lnTo>
                <a:lnTo>
                  <a:pt x="4258114" y="521398"/>
                </a:lnTo>
                <a:lnTo>
                  <a:pt x="4225967" y="560506"/>
                </a:lnTo>
                <a:lnTo>
                  <a:pt x="4173198" y="579773"/>
                </a:lnTo>
                <a:lnTo>
                  <a:pt x="4138648" y="582181"/>
                </a:lnTo>
                <a:lnTo>
                  <a:pt x="4217365" y="582181"/>
                </a:lnTo>
                <a:lnTo>
                  <a:pt x="4277987" y="560863"/>
                </a:lnTo>
                <a:lnTo>
                  <a:pt x="4328654" y="508073"/>
                </a:lnTo>
                <a:lnTo>
                  <a:pt x="4341320" y="471780"/>
                </a:lnTo>
                <a:lnTo>
                  <a:pt x="4345543" y="428887"/>
                </a:lnTo>
                <a:lnTo>
                  <a:pt x="4343239" y="393234"/>
                </a:lnTo>
                <a:lnTo>
                  <a:pt x="4324812" y="339204"/>
                </a:lnTo>
                <a:lnTo>
                  <a:pt x="4288585" y="306797"/>
                </a:lnTo>
                <a:lnTo>
                  <a:pt x="4265131" y="295697"/>
                </a:lnTo>
                <a:lnTo>
                  <a:pt x="4240386" y="288158"/>
                </a:lnTo>
                <a:close/>
              </a:path>
              <a:path w="5789930" h="594360">
                <a:moveTo>
                  <a:pt x="4211350" y="12565"/>
                </a:moveTo>
                <a:lnTo>
                  <a:pt x="4127748" y="12565"/>
                </a:lnTo>
                <a:lnTo>
                  <a:pt x="4160368" y="14711"/>
                </a:lnTo>
                <a:lnTo>
                  <a:pt x="4188694" y="21151"/>
                </a:lnTo>
                <a:lnTo>
                  <a:pt x="4232457" y="46909"/>
                </a:lnTo>
                <a:lnTo>
                  <a:pt x="4258853" y="87955"/>
                </a:lnTo>
                <a:lnTo>
                  <a:pt x="4267650" y="144079"/>
                </a:lnTo>
                <a:lnTo>
                  <a:pt x="4260268" y="201564"/>
                </a:lnTo>
                <a:lnTo>
                  <a:pt x="4238122" y="243343"/>
                </a:lnTo>
                <a:lnTo>
                  <a:pt x="4201212" y="269416"/>
                </a:lnTo>
                <a:lnTo>
                  <a:pt x="4149538" y="279782"/>
                </a:lnTo>
                <a:lnTo>
                  <a:pt x="4217654" y="279782"/>
                </a:lnTo>
                <a:lnTo>
                  <a:pt x="4265340" y="263028"/>
                </a:lnTo>
                <a:lnTo>
                  <a:pt x="4304507" y="232034"/>
                </a:lnTo>
                <a:lnTo>
                  <a:pt x="4327124" y="190780"/>
                </a:lnTo>
                <a:lnTo>
                  <a:pt x="4334663" y="142404"/>
                </a:lnTo>
                <a:lnTo>
                  <a:pt x="4328916" y="100171"/>
                </a:lnTo>
                <a:lnTo>
                  <a:pt x="4311673" y="65617"/>
                </a:lnTo>
                <a:lnTo>
                  <a:pt x="4282935" y="38742"/>
                </a:lnTo>
                <a:lnTo>
                  <a:pt x="4242701" y="19545"/>
                </a:lnTo>
                <a:lnTo>
                  <a:pt x="4211350" y="12565"/>
                </a:lnTo>
                <a:close/>
              </a:path>
              <a:path w="5789930" h="594360">
                <a:moveTo>
                  <a:pt x="4503286" y="4188"/>
                </a:moveTo>
                <a:lnTo>
                  <a:pt x="4433770" y="4188"/>
                </a:lnTo>
                <a:lnTo>
                  <a:pt x="4433770" y="590557"/>
                </a:lnTo>
                <a:lnTo>
                  <a:pt x="4752075" y="590557"/>
                </a:lnTo>
                <a:lnTo>
                  <a:pt x="4752075" y="582181"/>
                </a:lnTo>
                <a:lnTo>
                  <a:pt x="4503286" y="582181"/>
                </a:lnTo>
                <a:lnTo>
                  <a:pt x="4503286" y="4188"/>
                </a:lnTo>
                <a:close/>
              </a:path>
              <a:path w="5789930" h="594360">
                <a:moveTo>
                  <a:pt x="5169633" y="4188"/>
                </a:moveTo>
                <a:lnTo>
                  <a:pt x="4836240" y="4188"/>
                </a:lnTo>
                <a:lnTo>
                  <a:pt x="4836240" y="590557"/>
                </a:lnTo>
                <a:lnTo>
                  <a:pt x="5188061" y="590557"/>
                </a:lnTo>
                <a:lnTo>
                  <a:pt x="5188061" y="582181"/>
                </a:lnTo>
                <a:lnTo>
                  <a:pt x="4905766" y="582181"/>
                </a:lnTo>
                <a:lnTo>
                  <a:pt x="4905766" y="272243"/>
                </a:lnTo>
                <a:lnTo>
                  <a:pt x="5150366" y="272243"/>
                </a:lnTo>
                <a:lnTo>
                  <a:pt x="5150366" y="263866"/>
                </a:lnTo>
                <a:lnTo>
                  <a:pt x="4905766" y="263866"/>
                </a:lnTo>
                <a:lnTo>
                  <a:pt x="4905766" y="12565"/>
                </a:lnTo>
                <a:lnTo>
                  <a:pt x="5169633" y="12565"/>
                </a:lnTo>
                <a:lnTo>
                  <a:pt x="5169633" y="4188"/>
                </a:lnTo>
                <a:close/>
              </a:path>
              <a:path w="5789930" h="594360">
                <a:moveTo>
                  <a:pt x="5687619" y="6701"/>
                </a:moveTo>
                <a:lnTo>
                  <a:pt x="5617127" y="6701"/>
                </a:lnTo>
                <a:lnTo>
                  <a:pt x="5641213" y="8952"/>
                </a:lnTo>
                <a:lnTo>
                  <a:pt x="5662365" y="15706"/>
                </a:lnTo>
                <a:lnTo>
                  <a:pt x="5695878" y="42721"/>
                </a:lnTo>
                <a:lnTo>
                  <a:pt x="5716611" y="83976"/>
                </a:lnTo>
                <a:lnTo>
                  <a:pt x="5723522" y="137378"/>
                </a:lnTo>
                <a:lnTo>
                  <a:pt x="5720013" y="167482"/>
                </a:lnTo>
                <a:lnTo>
                  <a:pt x="5709488" y="199156"/>
                </a:lnTo>
                <a:lnTo>
                  <a:pt x="5691946" y="232401"/>
                </a:lnTo>
                <a:lnTo>
                  <a:pt x="5667387" y="267216"/>
                </a:lnTo>
                <a:lnTo>
                  <a:pt x="5656079" y="281981"/>
                </a:lnTo>
                <a:lnTo>
                  <a:pt x="5644770" y="296954"/>
                </a:lnTo>
                <a:lnTo>
                  <a:pt x="5597971" y="365539"/>
                </a:lnTo>
                <a:lnTo>
                  <a:pt x="5580697" y="404176"/>
                </a:lnTo>
                <a:lnTo>
                  <a:pt x="5570332" y="443442"/>
                </a:lnTo>
                <a:lnTo>
                  <a:pt x="5566877" y="483336"/>
                </a:lnTo>
                <a:lnTo>
                  <a:pt x="5575243" y="483336"/>
                </a:lnTo>
                <a:lnTo>
                  <a:pt x="5576606" y="461818"/>
                </a:lnTo>
                <a:lnTo>
                  <a:pt x="5580692" y="440824"/>
                </a:lnTo>
                <a:lnTo>
                  <a:pt x="5597033" y="400407"/>
                </a:lnTo>
                <a:lnTo>
                  <a:pt x="5621742" y="363340"/>
                </a:lnTo>
                <a:lnTo>
                  <a:pt x="5650644" y="330880"/>
                </a:lnTo>
                <a:lnTo>
                  <a:pt x="5682472" y="301143"/>
                </a:lnTo>
                <a:lnTo>
                  <a:pt x="5714307" y="272243"/>
                </a:lnTo>
                <a:lnTo>
                  <a:pt x="5747289" y="237322"/>
                </a:lnTo>
                <a:lnTo>
                  <a:pt x="5770845" y="202926"/>
                </a:lnTo>
                <a:lnTo>
                  <a:pt x="5784977" y="169052"/>
                </a:lnTo>
                <a:lnTo>
                  <a:pt x="5789687" y="135702"/>
                </a:lnTo>
                <a:lnTo>
                  <a:pt x="5786966" y="103923"/>
                </a:lnTo>
                <a:lnTo>
                  <a:pt x="5765188" y="53244"/>
                </a:lnTo>
                <a:lnTo>
                  <a:pt x="5722781" y="19319"/>
                </a:lnTo>
                <a:lnTo>
                  <a:pt x="5696292" y="8586"/>
                </a:lnTo>
                <a:lnTo>
                  <a:pt x="5687619" y="6701"/>
                </a:lnTo>
                <a:close/>
              </a:path>
              <a:path w="5789930" h="594360">
                <a:moveTo>
                  <a:pt x="5633891" y="0"/>
                </a:moveTo>
                <a:lnTo>
                  <a:pt x="5599965" y="1308"/>
                </a:lnTo>
                <a:lnTo>
                  <a:pt x="5566039" y="5235"/>
                </a:lnTo>
                <a:lnTo>
                  <a:pt x="5532114" y="11779"/>
                </a:lnTo>
                <a:lnTo>
                  <a:pt x="5498188" y="20941"/>
                </a:lnTo>
                <a:lnTo>
                  <a:pt x="5501539" y="25967"/>
                </a:lnTo>
                <a:lnTo>
                  <a:pt x="5521632" y="20941"/>
                </a:lnTo>
                <a:lnTo>
                  <a:pt x="5548963" y="14711"/>
                </a:lnTo>
                <a:lnTo>
                  <a:pt x="5573989" y="10261"/>
                </a:lnTo>
                <a:lnTo>
                  <a:pt x="5596711" y="7591"/>
                </a:lnTo>
                <a:lnTo>
                  <a:pt x="5617127" y="6701"/>
                </a:lnTo>
                <a:lnTo>
                  <a:pt x="5687619" y="6701"/>
                </a:lnTo>
                <a:lnTo>
                  <a:pt x="5666662" y="2146"/>
                </a:lnTo>
                <a:lnTo>
                  <a:pt x="5633891" y="0"/>
                </a:lnTo>
                <a:close/>
              </a:path>
              <a:path w="5789930" h="594360">
                <a:moveTo>
                  <a:pt x="5579997" y="540297"/>
                </a:moveTo>
                <a:lnTo>
                  <a:pt x="5565474" y="540297"/>
                </a:lnTo>
                <a:lnTo>
                  <a:pt x="5559055" y="542810"/>
                </a:lnTo>
                <a:lnTo>
                  <a:pt x="5553464" y="547836"/>
                </a:lnTo>
                <a:lnTo>
                  <a:pt x="5548438" y="552863"/>
                </a:lnTo>
                <a:lnTo>
                  <a:pt x="5545935" y="559285"/>
                </a:lnTo>
                <a:lnTo>
                  <a:pt x="5545935" y="574363"/>
                </a:lnTo>
                <a:lnTo>
                  <a:pt x="5548438" y="580785"/>
                </a:lnTo>
                <a:lnTo>
                  <a:pt x="5553464" y="586369"/>
                </a:lnTo>
                <a:lnTo>
                  <a:pt x="5559055" y="591396"/>
                </a:lnTo>
                <a:lnTo>
                  <a:pt x="5565474" y="593909"/>
                </a:lnTo>
                <a:lnTo>
                  <a:pt x="5579997" y="593909"/>
                </a:lnTo>
                <a:lnTo>
                  <a:pt x="5586133" y="591396"/>
                </a:lnTo>
                <a:lnTo>
                  <a:pt x="5596751" y="580785"/>
                </a:lnTo>
                <a:lnTo>
                  <a:pt x="5599536" y="574363"/>
                </a:lnTo>
                <a:lnTo>
                  <a:pt x="5599536" y="559843"/>
                </a:lnTo>
                <a:lnTo>
                  <a:pt x="5596751" y="553701"/>
                </a:lnTo>
                <a:lnTo>
                  <a:pt x="5591170" y="548674"/>
                </a:lnTo>
                <a:lnTo>
                  <a:pt x="5586133" y="543090"/>
                </a:lnTo>
                <a:lnTo>
                  <a:pt x="5579997" y="540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941" y="2659186"/>
            <a:ext cx="18418182" cy="170340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696283" y="4638602"/>
            <a:ext cx="16062960" cy="6335395"/>
            <a:chOff x="1696283" y="4638602"/>
            <a:chExt cx="16062960" cy="63353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6283" y="4638602"/>
              <a:ext cx="16062338" cy="63348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1129" y="7067847"/>
              <a:ext cx="1905701" cy="13193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198511" y="4879434"/>
              <a:ext cx="1424305" cy="1866264"/>
            </a:xfrm>
            <a:custGeom>
              <a:avLst/>
              <a:gdLst/>
              <a:ahLst/>
              <a:cxnLst/>
              <a:rect l="l" t="t" r="r" b="b"/>
              <a:pathLst>
                <a:path w="1424305" h="1866265">
                  <a:moveTo>
                    <a:pt x="406793" y="1734248"/>
                  </a:moveTo>
                  <a:lnTo>
                    <a:pt x="384708" y="1701355"/>
                  </a:lnTo>
                  <a:lnTo>
                    <a:pt x="350189" y="1682610"/>
                  </a:lnTo>
                  <a:lnTo>
                    <a:pt x="322249" y="1679016"/>
                  </a:lnTo>
                  <a:lnTo>
                    <a:pt x="309829" y="1679765"/>
                  </a:lnTo>
                  <a:lnTo>
                    <a:pt x="266115" y="1697659"/>
                  </a:lnTo>
                  <a:lnTo>
                    <a:pt x="237921" y="1735505"/>
                  </a:lnTo>
                  <a:lnTo>
                    <a:pt x="231152" y="1772462"/>
                  </a:lnTo>
                  <a:lnTo>
                    <a:pt x="231902" y="1785467"/>
                  </a:lnTo>
                  <a:lnTo>
                    <a:pt x="249745" y="1830400"/>
                  </a:lnTo>
                  <a:lnTo>
                    <a:pt x="286664" y="1858772"/>
                  </a:lnTo>
                  <a:lnTo>
                    <a:pt x="322249" y="1865388"/>
                  </a:lnTo>
                  <a:lnTo>
                    <a:pt x="336689" y="1864512"/>
                  </a:lnTo>
                  <a:lnTo>
                    <a:pt x="374332" y="1851253"/>
                  </a:lnTo>
                  <a:lnTo>
                    <a:pt x="400939" y="1823034"/>
                  </a:lnTo>
                  <a:lnTo>
                    <a:pt x="406793" y="1810677"/>
                  </a:lnTo>
                  <a:lnTo>
                    <a:pt x="378269" y="1810677"/>
                  </a:lnTo>
                  <a:lnTo>
                    <a:pt x="374040" y="1818449"/>
                  </a:lnTo>
                  <a:lnTo>
                    <a:pt x="368973" y="1825269"/>
                  </a:lnTo>
                  <a:lnTo>
                    <a:pt x="331838" y="1844167"/>
                  </a:lnTo>
                  <a:lnTo>
                    <a:pt x="322249" y="1844713"/>
                  </a:lnTo>
                  <a:lnTo>
                    <a:pt x="312940" y="1844154"/>
                  </a:lnTo>
                  <a:lnTo>
                    <a:pt x="274408" y="1825078"/>
                  </a:lnTo>
                  <a:lnTo>
                    <a:pt x="256032" y="1783003"/>
                  </a:lnTo>
                  <a:lnTo>
                    <a:pt x="255498" y="1772462"/>
                  </a:lnTo>
                  <a:lnTo>
                    <a:pt x="256032" y="1761832"/>
                  </a:lnTo>
                  <a:lnTo>
                    <a:pt x="274408" y="1719656"/>
                  </a:lnTo>
                  <a:lnTo>
                    <a:pt x="312940" y="1700504"/>
                  </a:lnTo>
                  <a:lnTo>
                    <a:pt x="322249" y="1699945"/>
                  </a:lnTo>
                  <a:lnTo>
                    <a:pt x="331838" y="1700504"/>
                  </a:lnTo>
                  <a:lnTo>
                    <a:pt x="368973" y="1719656"/>
                  </a:lnTo>
                  <a:lnTo>
                    <a:pt x="378269" y="1734248"/>
                  </a:lnTo>
                  <a:lnTo>
                    <a:pt x="406793" y="1734248"/>
                  </a:lnTo>
                  <a:close/>
                </a:path>
                <a:path w="1424305" h="1866265">
                  <a:moveTo>
                    <a:pt x="466077" y="1670113"/>
                  </a:moveTo>
                  <a:lnTo>
                    <a:pt x="442252" y="1670113"/>
                  </a:lnTo>
                  <a:lnTo>
                    <a:pt x="442252" y="1863826"/>
                  </a:lnTo>
                  <a:lnTo>
                    <a:pt x="466077" y="1863826"/>
                  </a:lnTo>
                  <a:lnTo>
                    <a:pt x="466077" y="1670113"/>
                  </a:lnTo>
                  <a:close/>
                </a:path>
                <a:path w="1424305" h="1866265">
                  <a:moveTo>
                    <a:pt x="530504" y="1720367"/>
                  </a:moveTo>
                  <a:lnTo>
                    <a:pt x="506679" y="1720367"/>
                  </a:lnTo>
                  <a:lnTo>
                    <a:pt x="506679" y="1863826"/>
                  </a:lnTo>
                  <a:lnTo>
                    <a:pt x="530504" y="1863826"/>
                  </a:lnTo>
                  <a:lnTo>
                    <a:pt x="530504" y="1720367"/>
                  </a:lnTo>
                  <a:close/>
                </a:path>
                <a:path w="1424305" h="1866265">
                  <a:moveTo>
                    <a:pt x="534682" y="1676311"/>
                  </a:moveTo>
                  <a:lnTo>
                    <a:pt x="533120" y="1672463"/>
                  </a:lnTo>
                  <a:lnTo>
                    <a:pt x="529971" y="1669326"/>
                  </a:lnTo>
                  <a:lnTo>
                    <a:pt x="527011" y="1666189"/>
                  </a:lnTo>
                  <a:lnTo>
                    <a:pt x="523341" y="1664614"/>
                  </a:lnTo>
                  <a:lnTo>
                    <a:pt x="514438" y="1664614"/>
                  </a:lnTo>
                  <a:lnTo>
                    <a:pt x="510603" y="1666189"/>
                  </a:lnTo>
                  <a:lnTo>
                    <a:pt x="504317" y="1672463"/>
                  </a:lnTo>
                  <a:lnTo>
                    <a:pt x="502754" y="1676311"/>
                  </a:lnTo>
                  <a:lnTo>
                    <a:pt x="502754" y="1685378"/>
                  </a:lnTo>
                  <a:lnTo>
                    <a:pt x="504317" y="1689214"/>
                  </a:lnTo>
                  <a:lnTo>
                    <a:pt x="510603" y="1695500"/>
                  </a:lnTo>
                  <a:lnTo>
                    <a:pt x="514438" y="1697075"/>
                  </a:lnTo>
                  <a:lnTo>
                    <a:pt x="523341" y="1697075"/>
                  </a:lnTo>
                  <a:lnTo>
                    <a:pt x="527011" y="1695500"/>
                  </a:lnTo>
                  <a:lnTo>
                    <a:pt x="529971" y="1692363"/>
                  </a:lnTo>
                  <a:lnTo>
                    <a:pt x="533120" y="1689214"/>
                  </a:lnTo>
                  <a:lnTo>
                    <a:pt x="534682" y="1685378"/>
                  </a:lnTo>
                  <a:lnTo>
                    <a:pt x="534682" y="1676311"/>
                  </a:lnTo>
                  <a:close/>
                </a:path>
                <a:path w="1424305" h="1866265">
                  <a:moveTo>
                    <a:pt x="701979" y="1786597"/>
                  </a:moveTo>
                  <a:lnTo>
                    <a:pt x="701700" y="1781619"/>
                  </a:lnTo>
                  <a:lnTo>
                    <a:pt x="701446" y="1777047"/>
                  </a:lnTo>
                  <a:lnTo>
                    <a:pt x="699820" y="1768017"/>
                  </a:lnTo>
                  <a:lnTo>
                    <a:pt x="677379" y="1732432"/>
                  </a:lnTo>
                  <a:lnTo>
                    <a:pt x="677379" y="1772551"/>
                  </a:lnTo>
                  <a:lnTo>
                    <a:pt x="677379" y="1781619"/>
                  </a:lnTo>
                  <a:lnTo>
                    <a:pt x="586803" y="1781619"/>
                  </a:lnTo>
                  <a:lnTo>
                    <a:pt x="588391" y="1771967"/>
                  </a:lnTo>
                  <a:lnTo>
                    <a:pt x="615340" y="1741055"/>
                  </a:lnTo>
                  <a:lnTo>
                    <a:pt x="632091" y="1738172"/>
                  </a:lnTo>
                  <a:lnTo>
                    <a:pt x="640473" y="1738172"/>
                  </a:lnTo>
                  <a:lnTo>
                    <a:pt x="648055" y="1739912"/>
                  </a:lnTo>
                  <a:lnTo>
                    <a:pt x="654862" y="1743405"/>
                  </a:lnTo>
                  <a:lnTo>
                    <a:pt x="661847" y="1746719"/>
                  </a:lnTo>
                  <a:lnTo>
                    <a:pt x="667346" y="1751698"/>
                  </a:lnTo>
                  <a:lnTo>
                    <a:pt x="671360" y="1758327"/>
                  </a:lnTo>
                  <a:lnTo>
                    <a:pt x="675373" y="1764779"/>
                  </a:lnTo>
                  <a:lnTo>
                    <a:pt x="669264" y="1726920"/>
                  </a:lnTo>
                  <a:lnTo>
                    <a:pt x="633133" y="1718017"/>
                  </a:lnTo>
                  <a:lnTo>
                    <a:pt x="622960" y="1718589"/>
                  </a:lnTo>
                  <a:lnTo>
                    <a:pt x="581761" y="1738045"/>
                  </a:lnTo>
                  <a:lnTo>
                    <a:pt x="562749" y="1781048"/>
                  </a:lnTo>
                  <a:lnTo>
                    <a:pt x="562203" y="1791830"/>
                  </a:lnTo>
                  <a:lnTo>
                    <a:pt x="562775" y="1802638"/>
                  </a:lnTo>
                  <a:lnTo>
                    <a:pt x="576364" y="1838998"/>
                  </a:lnTo>
                  <a:lnTo>
                    <a:pt x="613765" y="1863890"/>
                  </a:lnTo>
                  <a:lnTo>
                    <a:pt x="633133" y="1866176"/>
                  </a:lnTo>
                  <a:lnTo>
                    <a:pt x="645439" y="1865376"/>
                  </a:lnTo>
                  <a:lnTo>
                    <a:pt x="683983" y="1846326"/>
                  </a:lnTo>
                  <a:lnTo>
                    <a:pt x="699109" y="1819579"/>
                  </a:lnTo>
                  <a:lnTo>
                    <a:pt x="673455" y="1819579"/>
                  </a:lnTo>
                  <a:lnTo>
                    <a:pt x="670661" y="1827606"/>
                  </a:lnTo>
                  <a:lnTo>
                    <a:pt x="665772" y="1834070"/>
                  </a:lnTo>
                  <a:lnTo>
                    <a:pt x="633133" y="1846021"/>
                  </a:lnTo>
                  <a:lnTo>
                    <a:pt x="624052" y="1845284"/>
                  </a:lnTo>
                  <a:lnTo>
                    <a:pt x="590791" y="1819910"/>
                  </a:lnTo>
                  <a:lnTo>
                    <a:pt x="586536" y="1800999"/>
                  </a:lnTo>
                  <a:lnTo>
                    <a:pt x="701192" y="1800999"/>
                  </a:lnTo>
                  <a:lnTo>
                    <a:pt x="701725" y="1795932"/>
                  </a:lnTo>
                  <a:lnTo>
                    <a:pt x="701941" y="1791830"/>
                  </a:lnTo>
                  <a:lnTo>
                    <a:pt x="701979" y="1786597"/>
                  </a:lnTo>
                  <a:close/>
                </a:path>
                <a:path w="1424305" h="1866265">
                  <a:moveTo>
                    <a:pt x="861961" y="1779270"/>
                  </a:moveTo>
                  <a:lnTo>
                    <a:pt x="860945" y="1765236"/>
                  </a:lnTo>
                  <a:lnTo>
                    <a:pt x="857897" y="1752955"/>
                  </a:lnTo>
                  <a:lnTo>
                    <a:pt x="852830" y="1742452"/>
                  </a:lnTo>
                  <a:lnTo>
                    <a:pt x="849553" y="1738426"/>
                  </a:lnTo>
                  <a:lnTo>
                    <a:pt x="845731" y="1733715"/>
                  </a:lnTo>
                  <a:lnTo>
                    <a:pt x="836993" y="1726730"/>
                  </a:lnTo>
                  <a:lnTo>
                    <a:pt x="827011" y="1721739"/>
                  </a:lnTo>
                  <a:lnTo>
                    <a:pt x="815784" y="1718754"/>
                  </a:lnTo>
                  <a:lnTo>
                    <a:pt x="803325" y="1717751"/>
                  </a:lnTo>
                  <a:lnTo>
                    <a:pt x="796137" y="1718132"/>
                  </a:lnTo>
                  <a:lnTo>
                    <a:pt x="761098" y="1735607"/>
                  </a:lnTo>
                  <a:lnTo>
                    <a:pt x="757250" y="1740789"/>
                  </a:lnTo>
                  <a:lnTo>
                    <a:pt x="757250" y="1720367"/>
                  </a:lnTo>
                  <a:lnTo>
                    <a:pt x="733425" y="1720367"/>
                  </a:lnTo>
                  <a:lnTo>
                    <a:pt x="733425" y="1863826"/>
                  </a:lnTo>
                  <a:lnTo>
                    <a:pt x="757250" y="1863826"/>
                  </a:lnTo>
                  <a:lnTo>
                    <a:pt x="757364" y="1782673"/>
                  </a:lnTo>
                  <a:lnTo>
                    <a:pt x="757936" y="1773923"/>
                  </a:lnTo>
                  <a:lnTo>
                    <a:pt x="781392" y="1741373"/>
                  </a:lnTo>
                  <a:lnTo>
                    <a:pt x="783526" y="1740789"/>
                  </a:lnTo>
                  <a:lnTo>
                    <a:pt x="789393" y="1739163"/>
                  </a:lnTo>
                  <a:lnTo>
                    <a:pt x="798347" y="1738426"/>
                  </a:lnTo>
                  <a:lnTo>
                    <a:pt x="807212" y="1739163"/>
                  </a:lnTo>
                  <a:lnTo>
                    <a:pt x="814971" y="1741309"/>
                  </a:lnTo>
                  <a:lnTo>
                    <a:pt x="837730" y="1772577"/>
                  </a:lnTo>
                  <a:lnTo>
                    <a:pt x="838403" y="1782673"/>
                  </a:lnTo>
                  <a:lnTo>
                    <a:pt x="838403" y="1863826"/>
                  </a:lnTo>
                  <a:lnTo>
                    <a:pt x="861961" y="1863826"/>
                  </a:lnTo>
                  <a:lnTo>
                    <a:pt x="861961" y="1779270"/>
                  </a:lnTo>
                  <a:close/>
                </a:path>
                <a:path w="1424305" h="1866265">
                  <a:moveTo>
                    <a:pt x="967359" y="1720367"/>
                  </a:moveTo>
                  <a:lnTo>
                    <a:pt x="929919" y="1720367"/>
                  </a:lnTo>
                  <a:lnTo>
                    <a:pt x="929919" y="1684248"/>
                  </a:lnTo>
                  <a:lnTo>
                    <a:pt x="906106" y="1684248"/>
                  </a:lnTo>
                  <a:lnTo>
                    <a:pt x="906106" y="1720367"/>
                  </a:lnTo>
                  <a:lnTo>
                    <a:pt x="887514" y="1720367"/>
                  </a:lnTo>
                  <a:lnTo>
                    <a:pt x="887514" y="1740001"/>
                  </a:lnTo>
                  <a:lnTo>
                    <a:pt x="906106" y="1740001"/>
                  </a:lnTo>
                  <a:lnTo>
                    <a:pt x="906106" y="1824558"/>
                  </a:lnTo>
                  <a:lnTo>
                    <a:pt x="906729" y="1834286"/>
                  </a:lnTo>
                  <a:lnTo>
                    <a:pt x="936574" y="1863242"/>
                  </a:lnTo>
                  <a:lnTo>
                    <a:pt x="945896" y="1863826"/>
                  </a:lnTo>
                  <a:lnTo>
                    <a:pt x="967359" y="1863826"/>
                  </a:lnTo>
                  <a:lnTo>
                    <a:pt x="967359" y="1843659"/>
                  </a:lnTo>
                  <a:lnTo>
                    <a:pt x="942492" y="1843659"/>
                  </a:lnTo>
                  <a:lnTo>
                    <a:pt x="937348" y="1842274"/>
                  </a:lnTo>
                  <a:lnTo>
                    <a:pt x="934377" y="1839480"/>
                  </a:lnTo>
                  <a:lnTo>
                    <a:pt x="931405" y="1836508"/>
                  </a:lnTo>
                  <a:lnTo>
                    <a:pt x="929919" y="1831530"/>
                  </a:lnTo>
                  <a:lnTo>
                    <a:pt x="929919" y="1740001"/>
                  </a:lnTo>
                  <a:lnTo>
                    <a:pt x="967359" y="1740001"/>
                  </a:lnTo>
                  <a:lnTo>
                    <a:pt x="967359" y="1720367"/>
                  </a:lnTo>
                  <a:close/>
                </a:path>
                <a:path w="1424305" h="1866265">
                  <a:moveTo>
                    <a:pt x="1213650" y="1863826"/>
                  </a:moveTo>
                  <a:lnTo>
                    <a:pt x="1198956" y="1823250"/>
                  </a:lnTo>
                  <a:lnTo>
                    <a:pt x="1191933" y="1803869"/>
                  </a:lnTo>
                  <a:lnTo>
                    <a:pt x="1167053" y="1735162"/>
                  </a:lnTo>
                  <a:lnTo>
                    <a:pt x="1167053" y="1803869"/>
                  </a:lnTo>
                  <a:lnTo>
                    <a:pt x="1101090" y="1803869"/>
                  </a:lnTo>
                  <a:lnTo>
                    <a:pt x="1134071" y="1711731"/>
                  </a:lnTo>
                  <a:lnTo>
                    <a:pt x="1167053" y="1803869"/>
                  </a:lnTo>
                  <a:lnTo>
                    <a:pt x="1167053" y="1735162"/>
                  </a:lnTo>
                  <a:lnTo>
                    <a:pt x="1158570" y="1711731"/>
                  </a:lnTo>
                  <a:lnTo>
                    <a:pt x="1147940" y="1682407"/>
                  </a:lnTo>
                  <a:lnTo>
                    <a:pt x="1120457" y="1682407"/>
                  </a:lnTo>
                  <a:lnTo>
                    <a:pt x="1054493" y="1863826"/>
                  </a:lnTo>
                  <a:lnTo>
                    <a:pt x="1079627" y="1863826"/>
                  </a:lnTo>
                  <a:lnTo>
                    <a:pt x="1094282" y="1823250"/>
                  </a:lnTo>
                  <a:lnTo>
                    <a:pt x="1173861" y="1823250"/>
                  </a:lnTo>
                  <a:lnTo>
                    <a:pt x="1188516" y="1863826"/>
                  </a:lnTo>
                  <a:lnTo>
                    <a:pt x="1213650" y="1863826"/>
                  </a:lnTo>
                  <a:close/>
                </a:path>
                <a:path w="1424305" h="1866265">
                  <a:moveTo>
                    <a:pt x="1424038" y="712025"/>
                  </a:moveTo>
                  <a:lnTo>
                    <a:pt x="1422400" y="663270"/>
                  </a:lnTo>
                  <a:lnTo>
                    <a:pt x="1417548" y="615403"/>
                  </a:lnTo>
                  <a:lnTo>
                    <a:pt x="1409573" y="568528"/>
                  </a:lnTo>
                  <a:lnTo>
                    <a:pt x="1398612" y="522744"/>
                  </a:lnTo>
                  <a:lnTo>
                    <a:pt x="1384744" y="478155"/>
                  </a:lnTo>
                  <a:lnTo>
                    <a:pt x="1368094" y="434873"/>
                  </a:lnTo>
                  <a:lnTo>
                    <a:pt x="1348752" y="393001"/>
                  </a:lnTo>
                  <a:lnTo>
                    <a:pt x="1326832" y="352653"/>
                  </a:lnTo>
                  <a:lnTo>
                    <a:pt x="1302435" y="313931"/>
                  </a:lnTo>
                  <a:lnTo>
                    <a:pt x="1275689" y="276936"/>
                  </a:lnTo>
                  <a:lnTo>
                    <a:pt x="1246670" y="241769"/>
                  </a:lnTo>
                  <a:lnTo>
                    <a:pt x="1215491" y="208546"/>
                  </a:lnTo>
                  <a:lnTo>
                    <a:pt x="1182281" y="177380"/>
                  </a:lnTo>
                  <a:lnTo>
                    <a:pt x="1147114" y="148361"/>
                  </a:lnTo>
                  <a:lnTo>
                    <a:pt x="1110119" y="121602"/>
                  </a:lnTo>
                  <a:lnTo>
                    <a:pt x="1071397" y="97218"/>
                  </a:lnTo>
                  <a:lnTo>
                    <a:pt x="1031036" y="75298"/>
                  </a:lnTo>
                  <a:lnTo>
                    <a:pt x="989177" y="55956"/>
                  </a:lnTo>
                  <a:lnTo>
                    <a:pt x="945896" y="39306"/>
                  </a:lnTo>
                  <a:lnTo>
                    <a:pt x="901306" y="25438"/>
                  </a:lnTo>
                  <a:lnTo>
                    <a:pt x="855522" y="14465"/>
                  </a:lnTo>
                  <a:lnTo>
                    <a:pt x="808634" y="6502"/>
                  </a:lnTo>
                  <a:lnTo>
                    <a:pt x="760768" y="1651"/>
                  </a:lnTo>
                  <a:lnTo>
                    <a:pt x="712025" y="0"/>
                  </a:lnTo>
                  <a:lnTo>
                    <a:pt x="663270" y="1651"/>
                  </a:lnTo>
                  <a:lnTo>
                    <a:pt x="615403" y="6502"/>
                  </a:lnTo>
                  <a:lnTo>
                    <a:pt x="568528" y="14465"/>
                  </a:lnTo>
                  <a:lnTo>
                    <a:pt x="522744" y="25438"/>
                  </a:lnTo>
                  <a:lnTo>
                    <a:pt x="478155" y="39306"/>
                  </a:lnTo>
                  <a:lnTo>
                    <a:pt x="434873" y="55956"/>
                  </a:lnTo>
                  <a:lnTo>
                    <a:pt x="393001" y="75298"/>
                  </a:lnTo>
                  <a:lnTo>
                    <a:pt x="352653" y="97218"/>
                  </a:lnTo>
                  <a:lnTo>
                    <a:pt x="313931" y="121602"/>
                  </a:lnTo>
                  <a:lnTo>
                    <a:pt x="276923" y="148361"/>
                  </a:lnTo>
                  <a:lnTo>
                    <a:pt x="241769" y="177380"/>
                  </a:lnTo>
                  <a:lnTo>
                    <a:pt x="208546" y="208546"/>
                  </a:lnTo>
                  <a:lnTo>
                    <a:pt x="177380" y="241769"/>
                  </a:lnTo>
                  <a:lnTo>
                    <a:pt x="148361" y="276936"/>
                  </a:lnTo>
                  <a:lnTo>
                    <a:pt x="121602" y="313931"/>
                  </a:lnTo>
                  <a:lnTo>
                    <a:pt x="97218" y="352653"/>
                  </a:lnTo>
                  <a:lnTo>
                    <a:pt x="75298" y="393001"/>
                  </a:lnTo>
                  <a:lnTo>
                    <a:pt x="55956" y="434873"/>
                  </a:lnTo>
                  <a:lnTo>
                    <a:pt x="39306" y="478155"/>
                  </a:lnTo>
                  <a:lnTo>
                    <a:pt x="25438" y="522744"/>
                  </a:lnTo>
                  <a:lnTo>
                    <a:pt x="14465" y="568528"/>
                  </a:lnTo>
                  <a:lnTo>
                    <a:pt x="6502" y="615403"/>
                  </a:lnTo>
                  <a:lnTo>
                    <a:pt x="1651" y="663270"/>
                  </a:lnTo>
                  <a:lnTo>
                    <a:pt x="0" y="712025"/>
                  </a:lnTo>
                  <a:lnTo>
                    <a:pt x="0" y="795794"/>
                  </a:lnTo>
                  <a:lnTo>
                    <a:pt x="1651" y="844537"/>
                  </a:lnTo>
                  <a:lnTo>
                    <a:pt x="6502" y="892403"/>
                  </a:lnTo>
                  <a:lnTo>
                    <a:pt x="14465" y="939292"/>
                  </a:lnTo>
                  <a:lnTo>
                    <a:pt x="25438" y="985075"/>
                  </a:lnTo>
                  <a:lnTo>
                    <a:pt x="39306" y="1029665"/>
                  </a:lnTo>
                  <a:lnTo>
                    <a:pt x="55956" y="1072946"/>
                  </a:lnTo>
                  <a:lnTo>
                    <a:pt x="75298" y="1114806"/>
                  </a:lnTo>
                  <a:lnTo>
                    <a:pt x="97218" y="1155166"/>
                  </a:lnTo>
                  <a:lnTo>
                    <a:pt x="121602" y="1193888"/>
                  </a:lnTo>
                  <a:lnTo>
                    <a:pt x="148361" y="1230884"/>
                  </a:lnTo>
                  <a:lnTo>
                    <a:pt x="177380" y="1266050"/>
                  </a:lnTo>
                  <a:lnTo>
                    <a:pt x="208546" y="1299260"/>
                  </a:lnTo>
                  <a:lnTo>
                    <a:pt x="241769" y="1330439"/>
                  </a:lnTo>
                  <a:lnTo>
                    <a:pt x="276923" y="1359458"/>
                  </a:lnTo>
                  <a:lnTo>
                    <a:pt x="313931" y="1386205"/>
                  </a:lnTo>
                  <a:lnTo>
                    <a:pt x="352653" y="1410601"/>
                  </a:lnTo>
                  <a:lnTo>
                    <a:pt x="393001" y="1432521"/>
                  </a:lnTo>
                  <a:lnTo>
                    <a:pt x="434873" y="1451851"/>
                  </a:lnTo>
                  <a:lnTo>
                    <a:pt x="478155" y="1468513"/>
                  </a:lnTo>
                  <a:lnTo>
                    <a:pt x="522744" y="1482382"/>
                  </a:lnTo>
                  <a:lnTo>
                    <a:pt x="568528" y="1493342"/>
                  </a:lnTo>
                  <a:lnTo>
                    <a:pt x="615403" y="1501305"/>
                  </a:lnTo>
                  <a:lnTo>
                    <a:pt x="663270" y="1506169"/>
                  </a:lnTo>
                  <a:lnTo>
                    <a:pt x="712025" y="1507807"/>
                  </a:lnTo>
                  <a:lnTo>
                    <a:pt x="760768" y="1506169"/>
                  </a:lnTo>
                  <a:lnTo>
                    <a:pt x="808634" y="1501305"/>
                  </a:lnTo>
                  <a:lnTo>
                    <a:pt x="855522" y="1493342"/>
                  </a:lnTo>
                  <a:lnTo>
                    <a:pt x="901306" y="1482382"/>
                  </a:lnTo>
                  <a:lnTo>
                    <a:pt x="945896" y="1468513"/>
                  </a:lnTo>
                  <a:lnTo>
                    <a:pt x="989177" y="1451851"/>
                  </a:lnTo>
                  <a:lnTo>
                    <a:pt x="1031036" y="1432521"/>
                  </a:lnTo>
                  <a:lnTo>
                    <a:pt x="1071397" y="1410601"/>
                  </a:lnTo>
                  <a:lnTo>
                    <a:pt x="1110119" y="1386205"/>
                  </a:lnTo>
                  <a:lnTo>
                    <a:pt x="1147114" y="1359458"/>
                  </a:lnTo>
                  <a:lnTo>
                    <a:pt x="1182281" y="1330439"/>
                  </a:lnTo>
                  <a:lnTo>
                    <a:pt x="1215491" y="1299260"/>
                  </a:lnTo>
                  <a:lnTo>
                    <a:pt x="1246670" y="1266050"/>
                  </a:lnTo>
                  <a:lnTo>
                    <a:pt x="1275689" y="1230884"/>
                  </a:lnTo>
                  <a:lnTo>
                    <a:pt x="1302435" y="1193888"/>
                  </a:lnTo>
                  <a:lnTo>
                    <a:pt x="1326832" y="1155166"/>
                  </a:lnTo>
                  <a:lnTo>
                    <a:pt x="1348752" y="1114806"/>
                  </a:lnTo>
                  <a:lnTo>
                    <a:pt x="1368094" y="1072946"/>
                  </a:lnTo>
                  <a:lnTo>
                    <a:pt x="1384744" y="1029665"/>
                  </a:lnTo>
                  <a:lnTo>
                    <a:pt x="1398612" y="985075"/>
                  </a:lnTo>
                  <a:lnTo>
                    <a:pt x="1409573" y="939292"/>
                  </a:lnTo>
                  <a:lnTo>
                    <a:pt x="1417548" y="892403"/>
                  </a:lnTo>
                  <a:lnTo>
                    <a:pt x="1422400" y="844537"/>
                  </a:lnTo>
                  <a:lnTo>
                    <a:pt x="1424038" y="795794"/>
                  </a:lnTo>
                  <a:lnTo>
                    <a:pt x="1424038" y="712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97467" y="5120262"/>
              <a:ext cx="1026146" cy="10366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936684" y="5664752"/>
              <a:ext cx="1424305" cy="1866264"/>
            </a:xfrm>
            <a:custGeom>
              <a:avLst/>
              <a:gdLst/>
              <a:ahLst/>
              <a:cxnLst/>
              <a:rect l="l" t="t" r="r" b="b"/>
              <a:pathLst>
                <a:path w="1424305" h="1866265">
                  <a:moveTo>
                    <a:pt x="406793" y="1734248"/>
                  </a:moveTo>
                  <a:lnTo>
                    <a:pt x="400939" y="1721777"/>
                  </a:lnTo>
                  <a:lnTo>
                    <a:pt x="393573" y="1710817"/>
                  </a:lnTo>
                  <a:lnTo>
                    <a:pt x="384708" y="1701355"/>
                  </a:lnTo>
                  <a:lnTo>
                    <a:pt x="382866" y="1699945"/>
                  </a:lnTo>
                  <a:lnTo>
                    <a:pt x="374332" y="1693405"/>
                  </a:lnTo>
                  <a:lnTo>
                    <a:pt x="362737" y="1687106"/>
                  </a:lnTo>
                  <a:lnTo>
                    <a:pt x="350177" y="1682610"/>
                  </a:lnTo>
                  <a:lnTo>
                    <a:pt x="336689" y="1679905"/>
                  </a:lnTo>
                  <a:lnTo>
                    <a:pt x="322237" y="1679003"/>
                  </a:lnTo>
                  <a:lnTo>
                    <a:pt x="309816" y="1679765"/>
                  </a:lnTo>
                  <a:lnTo>
                    <a:pt x="266103" y="1697659"/>
                  </a:lnTo>
                  <a:lnTo>
                    <a:pt x="237921" y="1735505"/>
                  </a:lnTo>
                  <a:lnTo>
                    <a:pt x="231140" y="1772462"/>
                  </a:lnTo>
                  <a:lnTo>
                    <a:pt x="231889" y="1785467"/>
                  </a:lnTo>
                  <a:lnTo>
                    <a:pt x="249745" y="1830400"/>
                  </a:lnTo>
                  <a:lnTo>
                    <a:pt x="286651" y="1858759"/>
                  </a:lnTo>
                  <a:lnTo>
                    <a:pt x="322237" y="1865388"/>
                  </a:lnTo>
                  <a:lnTo>
                    <a:pt x="336689" y="1864512"/>
                  </a:lnTo>
                  <a:lnTo>
                    <a:pt x="374332" y="1851253"/>
                  </a:lnTo>
                  <a:lnTo>
                    <a:pt x="400939" y="1823034"/>
                  </a:lnTo>
                  <a:lnTo>
                    <a:pt x="406793" y="1810677"/>
                  </a:lnTo>
                  <a:lnTo>
                    <a:pt x="378256" y="1810677"/>
                  </a:lnTo>
                  <a:lnTo>
                    <a:pt x="374040" y="1818449"/>
                  </a:lnTo>
                  <a:lnTo>
                    <a:pt x="368960" y="1825269"/>
                  </a:lnTo>
                  <a:lnTo>
                    <a:pt x="331825" y="1844167"/>
                  </a:lnTo>
                  <a:lnTo>
                    <a:pt x="322237" y="1844713"/>
                  </a:lnTo>
                  <a:lnTo>
                    <a:pt x="312928" y="1844154"/>
                  </a:lnTo>
                  <a:lnTo>
                    <a:pt x="274396" y="1825078"/>
                  </a:lnTo>
                  <a:lnTo>
                    <a:pt x="256032" y="1783003"/>
                  </a:lnTo>
                  <a:lnTo>
                    <a:pt x="255485" y="1772462"/>
                  </a:lnTo>
                  <a:lnTo>
                    <a:pt x="256032" y="1761832"/>
                  </a:lnTo>
                  <a:lnTo>
                    <a:pt x="274396" y="1719643"/>
                  </a:lnTo>
                  <a:lnTo>
                    <a:pt x="312928" y="1700504"/>
                  </a:lnTo>
                  <a:lnTo>
                    <a:pt x="322237" y="1699945"/>
                  </a:lnTo>
                  <a:lnTo>
                    <a:pt x="331825" y="1700504"/>
                  </a:lnTo>
                  <a:lnTo>
                    <a:pt x="368960" y="1719643"/>
                  </a:lnTo>
                  <a:lnTo>
                    <a:pt x="378256" y="1734248"/>
                  </a:lnTo>
                  <a:lnTo>
                    <a:pt x="406793" y="1734248"/>
                  </a:lnTo>
                  <a:close/>
                </a:path>
                <a:path w="1424305" h="1866265">
                  <a:moveTo>
                    <a:pt x="466077" y="1670113"/>
                  </a:moveTo>
                  <a:lnTo>
                    <a:pt x="442252" y="1670113"/>
                  </a:lnTo>
                  <a:lnTo>
                    <a:pt x="442252" y="1863826"/>
                  </a:lnTo>
                  <a:lnTo>
                    <a:pt x="466077" y="1863826"/>
                  </a:lnTo>
                  <a:lnTo>
                    <a:pt x="466077" y="1670113"/>
                  </a:lnTo>
                  <a:close/>
                </a:path>
                <a:path w="1424305" h="1866265">
                  <a:moveTo>
                    <a:pt x="530491" y="1720367"/>
                  </a:moveTo>
                  <a:lnTo>
                    <a:pt x="506666" y="1720367"/>
                  </a:lnTo>
                  <a:lnTo>
                    <a:pt x="506666" y="1863826"/>
                  </a:lnTo>
                  <a:lnTo>
                    <a:pt x="530491" y="1863826"/>
                  </a:lnTo>
                  <a:lnTo>
                    <a:pt x="530491" y="1720367"/>
                  </a:lnTo>
                  <a:close/>
                </a:path>
                <a:path w="1424305" h="1866265">
                  <a:moveTo>
                    <a:pt x="534682" y="1676298"/>
                  </a:moveTo>
                  <a:lnTo>
                    <a:pt x="533107" y="1672463"/>
                  </a:lnTo>
                  <a:lnTo>
                    <a:pt x="529971" y="1669326"/>
                  </a:lnTo>
                  <a:lnTo>
                    <a:pt x="526999" y="1666176"/>
                  </a:lnTo>
                  <a:lnTo>
                    <a:pt x="523341" y="1664614"/>
                  </a:lnTo>
                  <a:lnTo>
                    <a:pt x="514438" y="1664614"/>
                  </a:lnTo>
                  <a:lnTo>
                    <a:pt x="510603" y="1666176"/>
                  </a:lnTo>
                  <a:lnTo>
                    <a:pt x="504317" y="1672463"/>
                  </a:lnTo>
                  <a:lnTo>
                    <a:pt x="502742" y="1676298"/>
                  </a:lnTo>
                  <a:lnTo>
                    <a:pt x="502742" y="1685378"/>
                  </a:lnTo>
                  <a:lnTo>
                    <a:pt x="504317" y="1689214"/>
                  </a:lnTo>
                  <a:lnTo>
                    <a:pt x="510603" y="1695500"/>
                  </a:lnTo>
                  <a:lnTo>
                    <a:pt x="514438" y="1697075"/>
                  </a:lnTo>
                  <a:lnTo>
                    <a:pt x="523341" y="1697075"/>
                  </a:lnTo>
                  <a:lnTo>
                    <a:pt x="526999" y="1695500"/>
                  </a:lnTo>
                  <a:lnTo>
                    <a:pt x="529971" y="1692363"/>
                  </a:lnTo>
                  <a:lnTo>
                    <a:pt x="533107" y="1689214"/>
                  </a:lnTo>
                  <a:lnTo>
                    <a:pt x="534682" y="1685378"/>
                  </a:lnTo>
                  <a:lnTo>
                    <a:pt x="534682" y="1676298"/>
                  </a:lnTo>
                  <a:close/>
                </a:path>
                <a:path w="1424305" h="1866265">
                  <a:moveTo>
                    <a:pt x="701979" y="1786597"/>
                  </a:moveTo>
                  <a:lnTo>
                    <a:pt x="688695" y="1744091"/>
                  </a:lnTo>
                  <a:lnTo>
                    <a:pt x="683679" y="1738172"/>
                  </a:lnTo>
                  <a:lnTo>
                    <a:pt x="683133" y="1737512"/>
                  </a:lnTo>
                  <a:lnTo>
                    <a:pt x="677367" y="1732419"/>
                  </a:lnTo>
                  <a:lnTo>
                    <a:pt x="677367" y="1772551"/>
                  </a:lnTo>
                  <a:lnTo>
                    <a:pt x="677367" y="1781619"/>
                  </a:lnTo>
                  <a:lnTo>
                    <a:pt x="586803" y="1781619"/>
                  </a:lnTo>
                  <a:lnTo>
                    <a:pt x="588391" y="1771967"/>
                  </a:lnTo>
                  <a:lnTo>
                    <a:pt x="615327" y="1741055"/>
                  </a:lnTo>
                  <a:lnTo>
                    <a:pt x="632079" y="1738172"/>
                  </a:lnTo>
                  <a:lnTo>
                    <a:pt x="640461" y="1738172"/>
                  </a:lnTo>
                  <a:lnTo>
                    <a:pt x="648055" y="1739912"/>
                  </a:lnTo>
                  <a:lnTo>
                    <a:pt x="654862" y="1743405"/>
                  </a:lnTo>
                  <a:lnTo>
                    <a:pt x="661835" y="1746719"/>
                  </a:lnTo>
                  <a:lnTo>
                    <a:pt x="667334" y="1751698"/>
                  </a:lnTo>
                  <a:lnTo>
                    <a:pt x="671347" y="1758327"/>
                  </a:lnTo>
                  <a:lnTo>
                    <a:pt x="675360" y="1764779"/>
                  </a:lnTo>
                  <a:lnTo>
                    <a:pt x="669251" y="1726907"/>
                  </a:lnTo>
                  <a:lnTo>
                    <a:pt x="633133" y="1718017"/>
                  </a:lnTo>
                  <a:lnTo>
                    <a:pt x="622960" y="1718589"/>
                  </a:lnTo>
                  <a:lnTo>
                    <a:pt x="581761" y="1738033"/>
                  </a:lnTo>
                  <a:lnTo>
                    <a:pt x="562749" y="1781048"/>
                  </a:lnTo>
                  <a:lnTo>
                    <a:pt x="562190" y="1791830"/>
                  </a:lnTo>
                  <a:lnTo>
                    <a:pt x="562762" y="1802625"/>
                  </a:lnTo>
                  <a:lnTo>
                    <a:pt x="576364" y="1838998"/>
                  </a:lnTo>
                  <a:lnTo>
                    <a:pt x="613765" y="1863890"/>
                  </a:lnTo>
                  <a:lnTo>
                    <a:pt x="633133" y="1866176"/>
                  </a:lnTo>
                  <a:lnTo>
                    <a:pt x="645439" y="1865376"/>
                  </a:lnTo>
                  <a:lnTo>
                    <a:pt x="683983" y="1846326"/>
                  </a:lnTo>
                  <a:lnTo>
                    <a:pt x="699096" y="1819579"/>
                  </a:lnTo>
                  <a:lnTo>
                    <a:pt x="673442" y="1819579"/>
                  </a:lnTo>
                  <a:lnTo>
                    <a:pt x="670648" y="1827606"/>
                  </a:lnTo>
                  <a:lnTo>
                    <a:pt x="665772" y="1834070"/>
                  </a:lnTo>
                  <a:lnTo>
                    <a:pt x="633133" y="1846021"/>
                  </a:lnTo>
                  <a:lnTo>
                    <a:pt x="624052" y="1845284"/>
                  </a:lnTo>
                  <a:lnTo>
                    <a:pt x="590791" y="1819910"/>
                  </a:lnTo>
                  <a:lnTo>
                    <a:pt x="586536" y="1800999"/>
                  </a:lnTo>
                  <a:lnTo>
                    <a:pt x="701192" y="1800999"/>
                  </a:lnTo>
                  <a:lnTo>
                    <a:pt x="701713" y="1795932"/>
                  </a:lnTo>
                  <a:lnTo>
                    <a:pt x="701941" y="1791830"/>
                  </a:lnTo>
                  <a:lnTo>
                    <a:pt x="701979" y="1786597"/>
                  </a:lnTo>
                  <a:close/>
                </a:path>
                <a:path w="1424305" h="1866265">
                  <a:moveTo>
                    <a:pt x="861949" y="1779270"/>
                  </a:moveTo>
                  <a:lnTo>
                    <a:pt x="849553" y="1738426"/>
                  </a:lnTo>
                  <a:lnTo>
                    <a:pt x="815784" y="1718754"/>
                  </a:lnTo>
                  <a:lnTo>
                    <a:pt x="803313" y="1717751"/>
                  </a:lnTo>
                  <a:lnTo>
                    <a:pt x="796137" y="1718132"/>
                  </a:lnTo>
                  <a:lnTo>
                    <a:pt x="761085" y="1735607"/>
                  </a:lnTo>
                  <a:lnTo>
                    <a:pt x="757237" y="1740789"/>
                  </a:lnTo>
                  <a:lnTo>
                    <a:pt x="757237" y="1720367"/>
                  </a:lnTo>
                  <a:lnTo>
                    <a:pt x="733425" y="1720367"/>
                  </a:lnTo>
                  <a:lnTo>
                    <a:pt x="733425" y="1863826"/>
                  </a:lnTo>
                  <a:lnTo>
                    <a:pt x="757237" y="1863826"/>
                  </a:lnTo>
                  <a:lnTo>
                    <a:pt x="757364" y="1782673"/>
                  </a:lnTo>
                  <a:lnTo>
                    <a:pt x="757923" y="1773923"/>
                  </a:lnTo>
                  <a:lnTo>
                    <a:pt x="781392" y="1741373"/>
                  </a:lnTo>
                  <a:lnTo>
                    <a:pt x="783526" y="1740789"/>
                  </a:lnTo>
                  <a:lnTo>
                    <a:pt x="789393" y="1739163"/>
                  </a:lnTo>
                  <a:lnTo>
                    <a:pt x="798334" y="1738426"/>
                  </a:lnTo>
                  <a:lnTo>
                    <a:pt x="807199" y="1739163"/>
                  </a:lnTo>
                  <a:lnTo>
                    <a:pt x="814959" y="1741309"/>
                  </a:lnTo>
                  <a:lnTo>
                    <a:pt x="837717" y="1772577"/>
                  </a:lnTo>
                  <a:lnTo>
                    <a:pt x="838390" y="1782673"/>
                  </a:lnTo>
                  <a:lnTo>
                    <a:pt x="838390" y="1863826"/>
                  </a:lnTo>
                  <a:lnTo>
                    <a:pt x="861949" y="1863826"/>
                  </a:lnTo>
                  <a:lnTo>
                    <a:pt x="861949" y="1779270"/>
                  </a:lnTo>
                  <a:close/>
                </a:path>
                <a:path w="1424305" h="1866265">
                  <a:moveTo>
                    <a:pt x="967359" y="1720367"/>
                  </a:moveTo>
                  <a:lnTo>
                    <a:pt x="929919" y="1720367"/>
                  </a:lnTo>
                  <a:lnTo>
                    <a:pt x="929919" y="1684248"/>
                  </a:lnTo>
                  <a:lnTo>
                    <a:pt x="906094" y="1684248"/>
                  </a:lnTo>
                  <a:lnTo>
                    <a:pt x="906094" y="1720367"/>
                  </a:lnTo>
                  <a:lnTo>
                    <a:pt x="887514" y="1720367"/>
                  </a:lnTo>
                  <a:lnTo>
                    <a:pt x="887514" y="1740001"/>
                  </a:lnTo>
                  <a:lnTo>
                    <a:pt x="906094" y="1740001"/>
                  </a:lnTo>
                  <a:lnTo>
                    <a:pt x="906094" y="1824558"/>
                  </a:lnTo>
                  <a:lnTo>
                    <a:pt x="906716" y="1834286"/>
                  </a:lnTo>
                  <a:lnTo>
                    <a:pt x="936561" y="1863242"/>
                  </a:lnTo>
                  <a:lnTo>
                    <a:pt x="945883" y="1863826"/>
                  </a:lnTo>
                  <a:lnTo>
                    <a:pt x="967359" y="1863826"/>
                  </a:lnTo>
                  <a:lnTo>
                    <a:pt x="967359" y="1843659"/>
                  </a:lnTo>
                  <a:lnTo>
                    <a:pt x="942479" y="1843659"/>
                  </a:lnTo>
                  <a:lnTo>
                    <a:pt x="937336" y="1842262"/>
                  </a:lnTo>
                  <a:lnTo>
                    <a:pt x="934377" y="1839480"/>
                  </a:lnTo>
                  <a:lnTo>
                    <a:pt x="931405" y="1836508"/>
                  </a:lnTo>
                  <a:lnTo>
                    <a:pt x="929919" y="1831530"/>
                  </a:lnTo>
                  <a:lnTo>
                    <a:pt x="929919" y="1740001"/>
                  </a:lnTo>
                  <a:lnTo>
                    <a:pt x="967359" y="1740001"/>
                  </a:lnTo>
                  <a:lnTo>
                    <a:pt x="967359" y="1720367"/>
                  </a:lnTo>
                  <a:close/>
                </a:path>
                <a:path w="1424305" h="1866265">
                  <a:moveTo>
                    <a:pt x="1193482" y="1807540"/>
                  </a:moveTo>
                  <a:lnTo>
                    <a:pt x="1191831" y="1800644"/>
                  </a:lnTo>
                  <a:lnTo>
                    <a:pt x="1188516" y="1794192"/>
                  </a:lnTo>
                  <a:lnTo>
                    <a:pt x="1185367" y="1787728"/>
                  </a:lnTo>
                  <a:lnTo>
                    <a:pt x="1181011" y="1782318"/>
                  </a:lnTo>
                  <a:lnTo>
                    <a:pt x="1177772" y="1779790"/>
                  </a:lnTo>
                  <a:lnTo>
                    <a:pt x="1175423" y="1777961"/>
                  </a:lnTo>
                  <a:lnTo>
                    <a:pt x="1170012" y="1773593"/>
                  </a:lnTo>
                  <a:lnTo>
                    <a:pt x="1169670" y="1773440"/>
                  </a:lnTo>
                  <a:lnTo>
                    <a:pt x="1169670" y="1812518"/>
                  </a:lnTo>
                  <a:lnTo>
                    <a:pt x="1169670" y="1822462"/>
                  </a:lnTo>
                  <a:lnTo>
                    <a:pt x="1131976" y="1844192"/>
                  </a:lnTo>
                  <a:lnTo>
                    <a:pt x="1089825" y="1844192"/>
                  </a:lnTo>
                  <a:lnTo>
                    <a:pt x="1089825" y="1779790"/>
                  </a:lnTo>
                  <a:lnTo>
                    <a:pt x="1131189" y="1779790"/>
                  </a:lnTo>
                  <a:lnTo>
                    <a:pt x="1167053" y="1798967"/>
                  </a:lnTo>
                  <a:lnTo>
                    <a:pt x="1169670" y="1812518"/>
                  </a:lnTo>
                  <a:lnTo>
                    <a:pt x="1169670" y="1773440"/>
                  </a:lnTo>
                  <a:lnTo>
                    <a:pt x="1163993" y="1770888"/>
                  </a:lnTo>
                  <a:lnTo>
                    <a:pt x="1157363" y="1769846"/>
                  </a:lnTo>
                  <a:lnTo>
                    <a:pt x="1164196" y="1767128"/>
                  </a:lnTo>
                  <a:lnTo>
                    <a:pt x="1188745" y="1735467"/>
                  </a:lnTo>
                  <a:lnTo>
                    <a:pt x="1189304" y="1727695"/>
                  </a:lnTo>
                  <a:lnTo>
                    <a:pt x="1189304" y="1718970"/>
                  </a:lnTo>
                  <a:lnTo>
                    <a:pt x="1164958" y="1688642"/>
                  </a:lnTo>
                  <a:lnTo>
                    <a:pt x="1164958" y="1721332"/>
                  </a:lnTo>
                  <a:lnTo>
                    <a:pt x="1164958" y="1739823"/>
                  </a:lnTo>
                  <a:lnTo>
                    <a:pt x="1129880" y="1760156"/>
                  </a:lnTo>
                  <a:lnTo>
                    <a:pt x="1089825" y="1760156"/>
                  </a:lnTo>
                  <a:lnTo>
                    <a:pt x="1089825" y="1700999"/>
                  </a:lnTo>
                  <a:lnTo>
                    <a:pt x="1129347" y="1700999"/>
                  </a:lnTo>
                  <a:lnTo>
                    <a:pt x="1164958" y="1721332"/>
                  </a:lnTo>
                  <a:lnTo>
                    <a:pt x="1164958" y="1688642"/>
                  </a:lnTo>
                  <a:lnTo>
                    <a:pt x="1131443" y="1681365"/>
                  </a:lnTo>
                  <a:lnTo>
                    <a:pt x="1065999" y="1681365"/>
                  </a:lnTo>
                  <a:lnTo>
                    <a:pt x="1065999" y="1863826"/>
                  </a:lnTo>
                  <a:lnTo>
                    <a:pt x="1134059" y="1863826"/>
                  </a:lnTo>
                  <a:lnTo>
                    <a:pt x="1172133" y="1853984"/>
                  </a:lnTo>
                  <a:lnTo>
                    <a:pt x="1193050" y="1821637"/>
                  </a:lnTo>
                  <a:lnTo>
                    <a:pt x="1193482" y="1814868"/>
                  </a:lnTo>
                  <a:lnTo>
                    <a:pt x="1193482" y="1807540"/>
                  </a:lnTo>
                  <a:close/>
                </a:path>
                <a:path w="1424305" h="1866265">
                  <a:moveTo>
                    <a:pt x="1424038" y="712025"/>
                  </a:moveTo>
                  <a:lnTo>
                    <a:pt x="1422400" y="663270"/>
                  </a:lnTo>
                  <a:lnTo>
                    <a:pt x="1417535" y="615403"/>
                  </a:lnTo>
                  <a:lnTo>
                    <a:pt x="1409573" y="568528"/>
                  </a:lnTo>
                  <a:lnTo>
                    <a:pt x="1398600" y="522744"/>
                  </a:lnTo>
                  <a:lnTo>
                    <a:pt x="1384744" y="478155"/>
                  </a:lnTo>
                  <a:lnTo>
                    <a:pt x="1368082" y="434873"/>
                  </a:lnTo>
                  <a:lnTo>
                    <a:pt x="1348740" y="393001"/>
                  </a:lnTo>
                  <a:lnTo>
                    <a:pt x="1326819" y="352653"/>
                  </a:lnTo>
                  <a:lnTo>
                    <a:pt x="1302435" y="313931"/>
                  </a:lnTo>
                  <a:lnTo>
                    <a:pt x="1275676" y="276936"/>
                  </a:lnTo>
                  <a:lnTo>
                    <a:pt x="1246657" y="241769"/>
                  </a:lnTo>
                  <a:lnTo>
                    <a:pt x="1215491" y="208546"/>
                  </a:lnTo>
                  <a:lnTo>
                    <a:pt x="1182268" y="177380"/>
                  </a:lnTo>
                  <a:lnTo>
                    <a:pt x="1147114" y="148361"/>
                  </a:lnTo>
                  <a:lnTo>
                    <a:pt x="1110107" y="121602"/>
                  </a:lnTo>
                  <a:lnTo>
                    <a:pt x="1071384" y="97218"/>
                  </a:lnTo>
                  <a:lnTo>
                    <a:pt x="1031036" y="75298"/>
                  </a:lnTo>
                  <a:lnTo>
                    <a:pt x="989164" y="55956"/>
                  </a:lnTo>
                  <a:lnTo>
                    <a:pt x="945883" y="39306"/>
                  </a:lnTo>
                  <a:lnTo>
                    <a:pt x="901293" y="25438"/>
                  </a:lnTo>
                  <a:lnTo>
                    <a:pt x="855510" y="14465"/>
                  </a:lnTo>
                  <a:lnTo>
                    <a:pt x="808634" y="6502"/>
                  </a:lnTo>
                  <a:lnTo>
                    <a:pt x="760768" y="1651"/>
                  </a:lnTo>
                  <a:lnTo>
                    <a:pt x="712012" y="0"/>
                  </a:lnTo>
                  <a:lnTo>
                    <a:pt x="663270" y="1651"/>
                  </a:lnTo>
                  <a:lnTo>
                    <a:pt x="615403" y="6502"/>
                  </a:lnTo>
                  <a:lnTo>
                    <a:pt x="568515" y="14465"/>
                  </a:lnTo>
                  <a:lnTo>
                    <a:pt x="522732" y="25438"/>
                  </a:lnTo>
                  <a:lnTo>
                    <a:pt x="478142" y="39306"/>
                  </a:lnTo>
                  <a:lnTo>
                    <a:pt x="434860" y="55956"/>
                  </a:lnTo>
                  <a:lnTo>
                    <a:pt x="393001" y="75298"/>
                  </a:lnTo>
                  <a:lnTo>
                    <a:pt x="352640" y="97218"/>
                  </a:lnTo>
                  <a:lnTo>
                    <a:pt x="313918" y="121602"/>
                  </a:lnTo>
                  <a:lnTo>
                    <a:pt x="276923" y="148361"/>
                  </a:lnTo>
                  <a:lnTo>
                    <a:pt x="241757" y="177380"/>
                  </a:lnTo>
                  <a:lnTo>
                    <a:pt x="208546" y="208546"/>
                  </a:lnTo>
                  <a:lnTo>
                    <a:pt x="177368" y="241769"/>
                  </a:lnTo>
                  <a:lnTo>
                    <a:pt x="148361" y="276936"/>
                  </a:lnTo>
                  <a:lnTo>
                    <a:pt x="121602" y="313931"/>
                  </a:lnTo>
                  <a:lnTo>
                    <a:pt x="97205" y="352653"/>
                  </a:lnTo>
                  <a:lnTo>
                    <a:pt x="75285" y="393001"/>
                  </a:lnTo>
                  <a:lnTo>
                    <a:pt x="55956" y="434873"/>
                  </a:lnTo>
                  <a:lnTo>
                    <a:pt x="39293" y="478155"/>
                  </a:lnTo>
                  <a:lnTo>
                    <a:pt x="25425" y="522744"/>
                  </a:lnTo>
                  <a:lnTo>
                    <a:pt x="14465" y="568528"/>
                  </a:lnTo>
                  <a:lnTo>
                    <a:pt x="6502" y="615403"/>
                  </a:lnTo>
                  <a:lnTo>
                    <a:pt x="1638" y="663270"/>
                  </a:lnTo>
                  <a:lnTo>
                    <a:pt x="0" y="712025"/>
                  </a:lnTo>
                  <a:lnTo>
                    <a:pt x="0" y="795794"/>
                  </a:lnTo>
                  <a:lnTo>
                    <a:pt x="1638" y="844537"/>
                  </a:lnTo>
                  <a:lnTo>
                    <a:pt x="6502" y="892403"/>
                  </a:lnTo>
                  <a:lnTo>
                    <a:pt x="14465" y="939292"/>
                  </a:lnTo>
                  <a:lnTo>
                    <a:pt x="25425" y="985075"/>
                  </a:lnTo>
                  <a:lnTo>
                    <a:pt x="39293" y="1029665"/>
                  </a:lnTo>
                  <a:lnTo>
                    <a:pt x="55956" y="1072946"/>
                  </a:lnTo>
                  <a:lnTo>
                    <a:pt x="75285" y="1114806"/>
                  </a:lnTo>
                  <a:lnTo>
                    <a:pt x="97205" y="1155166"/>
                  </a:lnTo>
                  <a:lnTo>
                    <a:pt x="121602" y="1193888"/>
                  </a:lnTo>
                  <a:lnTo>
                    <a:pt x="148361" y="1230884"/>
                  </a:lnTo>
                  <a:lnTo>
                    <a:pt x="177368" y="1266050"/>
                  </a:lnTo>
                  <a:lnTo>
                    <a:pt x="208546" y="1299260"/>
                  </a:lnTo>
                  <a:lnTo>
                    <a:pt x="241757" y="1330439"/>
                  </a:lnTo>
                  <a:lnTo>
                    <a:pt x="276923" y="1359446"/>
                  </a:lnTo>
                  <a:lnTo>
                    <a:pt x="313918" y="1386205"/>
                  </a:lnTo>
                  <a:lnTo>
                    <a:pt x="352640" y="1410601"/>
                  </a:lnTo>
                  <a:lnTo>
                    <a:pt x="393001" y="1432521"/>
                  </a:lnTo>
                  <a:lnTo>
                    <a:pt x="434860" y="1451851"/>
                  </a:lnTo>
                  <a:lnTo>
                    <a:pt x="478142" y="1468513"/>
                  </a:lnTo>
                  <a:lnTo>
                    <a:pt x="522732" y="1482382"/>
                  </a:lnTo>
                  <a:lnTo>
                    <a:pt x="568515" y="1493342"/>
                  </a:lnTo>
                  <a:lnTo>
                    <a:pt x="615403" y="1501305"/>
                  </a:lnTo>
                  <a:lnTo>
                    <a:pt x="663270" y="1506169"/>
                  </a:lnTo>
                  <a:lnTo>
                    <a:pt x="712012" y="1507807"/>
                  </a:lnTo>
                  <a:lnTo>
                    <a:pt x="760768" y="1506169"/>
                  </a:lnTo>
                  <a:lnTo>
                    <a:pt x="808634" y="1501305"/>
                  </a:lnTo>
                  <a:lnTo>
                    <a:pt x="855510" y="1493342"/>
                  </a:lnTo>
                  <a:lnTo>
                    <a:pt x="901293" y="1482382"/>
                  </a:lnTo>
                  <a:lnTo>
                    <a:pt x="945883" y="1468513"/>
                  </a:lnTo>
                  <a:lnTo>
                    <a:pt x="989164" y="1451851"/>
                  </a:lnTo>
                  <a:lnTo>
                    <a:pt x="1031036" y="1432521"/>
                  </a:lnTo>
                  <a:lnTo>
                    <a:pt x="1071384" y="1410601"/>
                  </a:lnTo>
                  <a:lnTo>
                    <a:pt x="1110107" y="1386205"/>
                  </a:lnTo>
                  <a:lnTo>
                    <a:pt x="1147114" y="1359446"/>
                  </a:lnTo>
                  <a:lnTo>
                    <a:pt x="1182268" y="1330439"/>
                  </a:lnTo>
                  <a:lnTo>
                    <a:pt x="1215491" y="1299260"/>
                  </a:lnTo>
                  <a:lnTo>
                    <a:pt x="1246657" y="1266050"/>
                  </a:lnTo>
                  <a:lnTo>
                    <a:pt x="1275676" y="1230884"/>
                  </a:lnTo>
                  <a:lnTo>
                    <a:pt x="1302435" y="1193888"/>
                  </a:lnTo>
                  <a:lnTo>
                    <a:pt x="1326819" y="1155166"/>
                  </a:lnTo>
                  <a:lnTo>
                    <a:pt x="1348740" y="1114806"/>
                  </a:lnTo>
                  <a:lnTo>
                    <a:pt x="1368082" y="1072946"/>
                  </a:lnTo>
                  <a:lnTo>
                    <a:pt x="1384744" y="1029665"/>
                  </a:lnTo>
                  <a:lnTo>
                    <a:pt x="1398600" y="985075"/>
                  </a:lnTo>
                  <a:lnTo>
                    <a:pt x="1409573" y="939292"/>
                  </a:lnTo>
                  <a:lnTo>
                    <a:pt x="1417535" y="892403"/>
                  </a:lnTo>
                  <a:lnTo>
                    <a:pt x="1422400" y="844537"/>
                  </a:lnTo>
                  <a:lnTo>
                    <a:pt x="1424038" y="795794"/>
                  </a:lnTo>
                  <a:lnTo>
                    <a:pt x="1424038" y="712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35634" y="5905579"/>
              <a:ext cx="1026146" cy="10366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397457" y="7434332"/>
              <a:ext cx="1424305" cy="1803400"/>
            </a:xfrm>
            <a:custGeom>
              <a:avLst/>
              <a:gdLst/>
              <a:ahLst/>
              <a:cxnLst/>
              <a:rect l="l" t="t" r="r" b="b"/>
              <a:pathLst>
                <a:path w="1424305" h="1803400">
                  <a:moveTo>
                    <a:pt x="354444" y="1671421"/>
                  </a:moveTo>
                  <a:lnTo>
                    <a:pt x="348589" y="1658950"/>
                  </a:lnTo>
                  <a:lnTo>
                    <a:pt x="341223" y="1647990"/>
                  </a:lnTo>
                  <a:lnTo>
                    <a:pt x="332359" y="1638528"/>
                  </a:lnTo>
                  <a:lnTo>
                    <a:pt x="330517" y="1637131"/>
                  </a:lnTo>
                  <a:lnTo>
                    <a:pt x="321983" y="1630578"/>
                  </a:lnTo>
                  <a:lnTo>
                    <a:pt x="310388" y="1624279"/>
                  </a:lnTo>
                  <a:lnTo>
                    <a:pt x="297840" y="1619783"/>
                  </a:lnTo>
                  <a:lnTo>
                    <a:pt x="284340" y="1617078"/>
                  </a:lnTo>
                  <a:lnTo>
                    <a:pt x="269887" y="1616189"/>
                  </a:lnTo>
                  <a:lnTo>
                    <a:pt x="257479" y="1616938"/>
                  </a:lnTo>
                  <a:lnTo>
                    <a:pt x="213753" y="1634832"/>
                  </a:lnTo>
                  <a:lnTo>
                    <a:pt x="185572" y="1672678"/>
                  </a:lnTo>
                  <a:lnTo>
                    <a:pt x="178790" y="1709635"/>
                  </a:lnTo>
                  <a:lnTo>
                    <a:pt x="179552" y="1722640"/>
                  </a:lnTo>
                  <a:lnTo>
                    <a:pt x="197396" y="1767573"/>
                  </a:lnTo>
                  <a:lnTo>
                    <a:pt x="234302" y="1795945"/>
                  </a:lnTo>
                  <a:lnTo>
                    <a:pt x="269887" y="1802561"/>
                  </a:lnTo>
                  <a:lnTo>
                    <a:pt x="284340" y="1801685"/>
                  </a:lnTo>
                  <a:lnTo>
                    <a:pt x="321983" y="1788426"/>
                  </a:lnTo>
                  <a:lnTo>
                    <a:pt x="348589" y="1760207"/>
                  </a:lnTo>
                  <a:lnTo>
                    <a:pt x="354444" y="1747850"/>
                  </a:lnTo>
                  <a:lnTo>
                    <a:pt x="325907" y="1747850"/>
                  </a:lnTo>
                  <a:lnTo>
                    <a:pt x="321691" y="1755622"/>
                  </a:lnTo>
                  <a:lnTo>
                    <a:pt x="316623" y="1762455"/>
                  </a:lnTo>
                  <a:lnTo>
                    <a:pt x="279476" y="1781340"/>
                  </a:lnTo>
                  <a:lnTo>
                    <a:pt x="269887" y="1781886"/>
                  </a:lnTo>
                  <a:lnTo>
                    <a:pt x="260578" y="1781327"/>
                  </a:lnTo>
                  <a:lnTo>
                    <a:pt x="222046" y="1762252"/>
                  </a:lnTo>
                  <a:lnTo>
                    <a:pt x="203682" y="1720176"/>
                  </a:lnTo>
                  <a:lnTo>
                    <a:pt x="203136" y="1709635"/>
                  </a:lnTo>
                  <a:lnTo>
                    <a:pt x="203682" y="1699006"/>
                  </a:lnTo>
                  <a:lnTo>
                    <a:pt x="222046" y="1656829"/>
                  </a:lnTo>
                  <a:lnTo>
                    <a:pt x="260578" y="1637677"/>
                  </a:lnTo>
                  <a:lnTo>
                    <a:pt x="269887" y="1637131"/>
                  </a:lnTo>
                  <a:lnTo>
                    <a:pt x="279476" y="1637677"/>
                  </a:lnTo>
                  <a:lnTo>
                    <a:pt x="316623" y="1656829"/>
                  </a:lnTo>
                  <a:lnTo>
                    <a:pt x="325907" y="1671421"/>
                  </a:lnTo>
                  <a:lnTo>
                    <a:pt x="354444" y="1671421"/>
                  </a:lnTo>
                  <a:close/>
                </a:path>
                <a:path w="1424305" h="1803400">
                  <a:moveTo>
                    <a:pt x="413727" y="1607286"/>
                  </a:moveTo>
                  <a:lnTo>
                    <a:pt x="389902" y="1607286"/>
                  </a:lnTo>
                  <a:lnTo>
                    <a:pt x="389902" y="1800999"/>
                  </a:lnTo>
                  <a:lnTo>
                    <a:pt x="413727" y="1800999"/>
                  </a:lnTo>
                  <a:lnTo>
                    <a:pt x="413727" y="1607286"/>
                  </a:lnTo>
                  <a:close/>
                </a:path>
                <a:path w="1424305" h="1803400">
                  <a:moveTo>
                    <a:pt x="478142" y="1657540"/>
                  </a:moveTo>
                  <a:lnTo>
                    <a:pt x="454329" y="1657540"/>
                  </a:lnTo>
                  <a:lnTo>
                    <a:pt x="454329" y="1800999"/>
                  </a:lnTo>
                  <a:lnTo>
                    <a:pt x="478142" y="1800999"/>
                  </a:lnTo>
                  <a:lnTo>
                    <a:pt x="478142" y="1657540"/>
                  </a:lnTo>
                  <a:close/>
                </a:path>
                <a:path w="1424305" h="1803400">
                  <a:moveTo>
                    <a:pt x="482333" y="1613484"/>
                  </a:moveTo>
                  <a:lnTo>
                    <a:pt x="480758" y="1609636"/>
                  </a:lnTo>
                  <a:lnTo>
                    <a:pt x="477621" y="1606499"/>
                  </a:lnTo>
                  <a:lnTo>
                    <a:pt x="474649" y="1603362"/>
                  </a:lnTo>
                  <a:lnTo>
                    <a:pt x="470992" y="1601787"/>
                  </a:lnTo>
                  <a:lnTo>
                    <a:pt x="462089" y="1601787"/>
                  </a:lnTo>
                  <a:lnTo>
                    <a:pt x="458254" y="1603362"/>
                  </a:lnTo>
                  <a:lnTo>
                    <a:pt x="451967" y="1609636"/>
                  </a:lnTo>
                  <a:lnTo>
                    <a:pt x="450392" y="1613484"/>
                  </a:lnTo>
                  <a:lnTo>
                    <a:pt x="450392" y="1622552"/>
                  </a:lnTo>
                  <a:lnTo>
                    <a:pt x="451967" y="1626387"/>
                  </a:lnTo>
                  <a:lnTo>
                    <a:pt x="458254" y="1632673"/>
                  </a:lnTo>
                  <a:lnTo>
                    <a:pt x="462089" y="1634248"/>
                  </a:lnTo>
                  <a:lnTo>
                    <a:pt x="470992" y="1634248"/>
                  </a:lnTo>
                  <a:lnTo>
                    <a:pt x="474649" y="1632673"/>
                  </a:lnTo>
                  <a:lnTo>
                    <a:pt x="477621" y="1629537"/>
                  </a:lnTo>
                  <a:lnTo>
                    <a:pt x="480758" y="1626387"/>
                  </a:lnTo>
                  <a:lnTo>
                    <a:pt x="482333" y="1622552"/>
                  </a:lnTo>
                  <a:lnTo>
                    <a:pt x="482333" y="1613484"/>
                  </a:lnTo>
                  <a:close/>
                </a:path>
                <a:path w="1424305" h="1803400">
                  <a:moveTo>
                    <a:pt x="649630" y="1723771"/>
                  </a:moveTo>
                  <a:lnTo>
                    <a:pt x="649351" y="1718792"/>
                  </a:lnTo>
                  <a:lnTo>
                    <a:pt x="649097" y="1714220"/>
                  </a:lnTo>
                  <a:lnTo>
                    <a:pt x="647471" y="1705190"/>
                  </a:lnTo>
                  <a:lnTo>
                    <a:pt x="625030" y="1669605"/>
                  </a:lnTo>
                  <a:lnTo>
                    <a:pt x="625030" y="1709724"/>
                  </a:lnTo>
                  <a:lnTo>
                    <a:pt x="625030" y="1718792"/>
                  </a:lnTo>
                  <a:lnTo>
                    <a:pt x="534454" y="1718792"/>
                  </a:lnTo>
                  <a:lnTo>
                    <a:pt x="536041" y="1709140"/>
                  </a:lnTo>
                  <a:lnTo>
                    <a:pt x="562978" y="1678228"/>
                  </a:lnTo>
                  <a:lnTo>
                    <a:pt x="579742" y="1675345"/>
                  </a:lnTo>
                  <a:lnTo>
                    <a:pt x="588111" y="1675345"/>
                  </a:lnTo>
                  <a:lnTo>
                    <a:pt x="595706" y="1677085"/>
                  </a:lnTo>
                  <a:lnTo>
                    <a:pt x="602513" y="1680578"/>
                  </a:lnTo>
                  <a:lnTo>
                    <a:pt x="609498" y="1683893"/>
                  </a:lnTo>
                  <a:lnTo>
                    <a:pt x="614984" y="1688871"/>
                  </a:lnTo>
                  <a:lnTo>
                    <a:pt x="618998" y="1695500"/>
                  </a:lnTo>
                  <a:lnTo>
                    <a:pt x="623011" y="1701952"/>
                  </a:lnTo>
                  <a:lnTo>
                    <a:pt x="616915" y="1664093"/>
                  </a:lnTo>
                  <a:lnTo>
                    <a:pt x="580783" y="1655191"/>
                  </a:lnTo>
                  <a:lnTo>
                    <a:pt x="570611" y="1655762"/>
                  </a:lnTo>
                  <a:lnTo>
                    <a:pt x="529412" y="1675218"/>
                  </a:lnTo>
                  <a:lnTo>
                    <a:pt x="510400" y="1718221"/>
                  </a:lnTo>
                  <a:lnTo>
                    <a:pt x="509841" y="1729003"/>
                  </a:lnTo>
                  <a:lnTo>
                    <a:pt x="510413" y="1739811"/>
                  </a:lnTo>
                  <a:lnTo>
                    <a:pt x="524014" y="1776171"/>
                  </a:lnTo>
                  <a:lnTo>
                    <a:pt x="561416" y="1801063"/>
                  </a:lnTo>
                  <a:lnTo>
                    <a:pt x="580783" y="1803349"/>
                  </a:lnTo>
                  <a:lnTo>
                    <a:pt x="593090" y="1802549"/>
                  </a:lnTo>
                  <a:lnTo>
                    <a:pt x="631634" y="1783499"/>
                  </a:lnTo>
                  <a:lnTo>
                    <a:pt x="646747" y="1756752"/>
                  </a:lnTo>
                  <a:lnTo>
                    <a:pt x="621093" y="1756752"/>
                  </a:lnTo>
                  <a:lnTo>
                    <a:pt x="618299" y="1764779"/>
                  </a:lnTo>
                  <a:lnTo>
                    <a:pt x="613422" y="1771243"/>
                  </a:lnTo>
                  <a:lnTo>
                    <a:pt x="580783" y="1783194"/>
                  </a:lnTo>
                  <a:lnTo>
                    <a:pt x="571703" y="1782457"/>
                  </a:lnTo>
                  <a:lnTo>
                    <a:pt x="538441" y="1757083"/>
                  </a:lnTo>
                  <a:lnTo>
                    <a:pt x="534187" y="1738172"/>
                  </a:lnTo>
                  <a:lnTo>
                    <a:pt x="648843" y="1738172"/>
                  </a:lnTo>
                  <a:lnTo>
                    <a:pt x="649363" y="1733105"/>
                  </a:lnTo>
                  <a:lnTo>
                    <a:pt x="649592" y="1729003"/>
                  </a:lnTo>
                  <a:lnTo>
                    <a:pt x="649630" y="1723771"/>
                  </a:lnTo>
                  <a:close/>
                </a:path>
                <a:path w="1424305" h="1803400">
                  <a:moveTo>
                    <a:pt x="809599" y="1716443"/>
                  </a:moveTo>
                  <a:lnTo>
                    <a:pt x="797204" y="1675599"/>
                  </a:lnTo>
                  <a:lnTo>
                    <a:pt x="763435" y="1655927"/>
                  </a:lnTo>
                  <a:lnTo>
                    <a:pt x="750963" y="1654924"/>
                  </a:lnTo>
                  <a:lnTo>
                    <a:pt x="743788" y="1655305"/>
                  </a:lnTo>
                  <a:lnTo>
                    <a:pt x="708736" y="1672780"/>
                  </a:lnTo>
                  <a:lnTo>
                    <a:pt x="704900" y="1677962"/>
                  </a:lnTo>
                  <a:lnTo>
                    <a:pt x="704900" y="1657540"/>
                  </a:lnTo>
                  <a:lnTo>
                    <a:pt x="681075" y="1657540"/>
                  </a:lnTo>
                  <a:lnTo>
                    <a:pt x="681075" y="1800999"/>
                  </a:lnTo>
                  <a:lnTo>
                    <a:pt x="704900" y="1800999"/>
                  </a:lnTo>
                  <a:lnTo>
                    <a:pt x="705015" y="1719846"/>
                  </a:lnTo>
                  <a:lnTo>
                    <a:pt x="705586" y="1711096"/>
                  </a:lnTo>
                  <a:lnTo>
                    <a:pt x="729043" y="1678546"/>
                  </a:lnTo>
                  <a:lnTo>
                    <a:pt x="731177" y="1677962"/>
                  </a:lnTo>
                  <a:lnTo>
                    <a:pt x="737044" y="1676336"/>
                  </a:lnTo>
                  <a:lnTo>
                    <a:pt x="745998" y="1675599"/>
                  </a:lnTo>
                  <a:lnTo>
                    <a:pt x="754849" y="1676336"/>
                  </a:lnTo>
                  <a:lnTo>
                    <a:pt x="762622" y="1678482"/>
                  </a:lnTo>
                  <a:lnTo>
                    <a:pt x="785368" y="1709750"/>
                  </a:lnTo>
                  <a:lnTo>
                    <a:pt x="786041" y="1719846"/>
                  </a:lnTo>
                  <a:lnTo>
                    <a:pt x="786041" y="1800999"/>
                  </a:lnTo>
                  <a:lnTo>
                    <a:pt x="809599" y="1800999"/>
                  </a:lnTo>
                  <a:lnTo>
                    <a:pt x="809599" y="1716443"/>
                  </a:lnTo>
                  <a:close/>
                </a:path>
                <a:path w="1424305" h="1803400">
                  <a:moveTo>
                    <a:pt x="915009" y="1657540"/>
                  </a:moveTo>
                  <a:lnTo>
                    <a:pt x="877570" y="1657540"/>
                  </a:lnTo>
                  <a:lnTo>
                    <a:pt x="877570" y="1621421"/>
                  </a:lnTo>
                  <a:lnTo>
                    <a:pt x="853757" y="1621421"/>
                  </a:lnTo>
                  <a:lnTo>
                    <a:pt x="853757" y="1657540"/>
                  </a:lnTo>
                  <a:lnTo>
                    <a:pt x="835164" y="1657540"/>
                  </a:lnTo>
                  <a:lnTo>
                    <a:pt x="835164" y="1677174"/>
                  </a:lnTo>
                  <a:lnTo>
                    <a:pt x="853757" y="1677174"/>
                  </a:lnTo>
                  <a:lnTo>
                    <a:pt x="853757" y="1761731"/>
                  </a:lnTo>
                  <a:lnTo>
                    <a:pt x="854379" y="1771459"/>
                  </a:lnTo>
                  <a:lnTo>
                    <a:pt x="884212" y="1800428"/>
                  </a:lnTo>
                  <a:lnTo>
                    <a:pt x="893546" y="1800999"/>
                  </a:lnTo>
                  <a:lnTo>
                    <a:pt x="915009" y="1800999"/>
                  </a:lnTo>
                  <a:lnTo>
                    <a:pt x="915009" y="1780844"/>
                  </a:lnTo>
                  <a:lnTo>
                    <a:pt x="890143" y="1780844"/>
                  </a:lnTo>
                  <a:lnTo>
                    <a:pt x="884986" y="1779447"/>
                  </a:lnTo>
                  <a:lnTo>
                    <a:pt x="882027" y="1776653"/>
                  </a:lnTo>
                  <a:lnTo>
                    <a:pt x="879055" y="1773682"/>
                  </a:lnTo>
                  <a:lnTo>
                    <a:pt x="877570" y="1768703"/>
                  </a:lnTo>
                  <a:lnTo>
                    <a:pt x="877570" y="1677174"/>
                  </a:lnTo>
                  <a:lnTo>
                    <a:pt x="915009" y="1677174"/>
                  </a:lnTo>
                  <a:lnTo>
                    <a:pt x="915009" y="1657540"/>
                  </a:lnTo>
                  <a:close/>
                </a:path>
                <a:path w="1424305" h="1803400">
                  <a:moveTo>
                    <a:pt x="1250200" y="1671421"/>
                  </a:moveTo>
                  <a:lnTo>
                    <a:pt x="1244346" y="1658950"/>
                  </a:lnTo>
                  <a:lnTo>
                    <a:pt x="1236980" y="1647990"/>
                  </a:lnTo>
                  <a:lnTo>
                    <a:pt x="1228115" y="1638528"/>
                  </a:lnTo>
                  <a:lnTo>
                    <a:pt x="1226273" y="1637131"/>
                  </a:lnTo>
                  <a:lnTo>
                    <a:pt x="1217739" y="1630578"/>
                  </a:lnTo>
                  <a:lnTo>
                    <a:pt x="1206131" y="1624279"/>
                  </a:lnTo>
                  <a:lnTo>
                    <a:pt x="1193584" y="1619783"/>
                  </a:lnTo>
                  <a:lnTo>
                    <a:pt x="1180084" y="1617078"/>
                  </a:lnTo>
                  <a:lnTo>
                    <a:pt x="1165644" y="1616189"/>
                  </a:lnTo>
                  <a:lnTo>
                    <a:pt x="1153223" y="1616938"/>
                  </a:lnTo>
                  <a:lnTo>
                    <a:pt x="1109510" y="1634832"/>
                  </a:lnTo>
                  <a:lnTo>
                    <a:pt x="1081316" y="1672678"/>
                  </a:lnTo>
                  <a:lnTo>
                    <a:pt x="1074547" y="1709635"/>
                  </a:lnTo>
                  <a:lnTo>
                    <a:pt x="1075296" y="1722640"/>
                  </a:lnTo>
                  <a:lnTo>
                    <a:pt x="1093152" y="1767573"/>
                  </a:lnTo>
                  <a:lnTo>
                    <a:pt x="1130058" y="1795945"/>
                  </a:lnTo>
                  <a:lnTo>
                    <a:pt x="1165644" y="1802561"/>
                  </a:lnTo>
                  <a:lnTo>
                    <a:pt x="1180084" y="1801685"/>
                  </a:lnTo>
                  <a:lnTo>
                    <a:pt x="1217739" y="1788426"/>
                  </a:lnTo>
                  <a:lnTo>
                    <a:pt x="1244346" y="1760207"/>
                  </a:lnTo>
                  <a:lnTo>
                    <a:pt x="1250200" y="1747850"/>
                  </a:lnTo>
                  <a:lnTo>
                    <a:pt x="1221663" y="1747850"/>
                  </a:lnTo>
                  <a:lnTo>
                    <a:pt x="1217447" y="1755622"/>
                  </a:lnTo>
                  <a:lnTo>
                    <a:pt x="1212367" y="1762455"/>
                  </a:lnTo>
                  <a:lnTo>
                    <a:pt x="1175232" y="1781340"/>
                  </a:lnTo>
                  <a:lnTo>
                    <a:pt x="1165644" y="1781886"/>
                  </a:lnTo>
                  <a:lnTo>
                    <a:pt x="1156335" y="1781327"/>
                  </a:lnTo>
                  <a:lnTo>
                    <a:pt x="1117803" y="1762252"/>
                  </a:lnTo>
                  <a:lnTo>
                    <a:pt x="1099426" y="1720176"/>
                  </a:lnTo>
                  <a:lnTo>
                    <a:pt x="1098892" y="1709635"/>
                  </a:lnTo>
                  <a:lnTo>
                    <a:pt x="1099426" y="1699006"/>
                  </a:lnTo>
                  <a:lnTo>
                    <a:pt x="1117803" y="1656829"/>
                  </a:lnTo>
                  <a:lnTo>
                    <a:pt x="1156335" y="1637677"/>
                  </a:lnTo>
                  <a:lnTo>
                    <a:pt x="1165644" y="1637131"/>
                  </a:lnTo>
                  <a:lnTo>
                    <a:pt x="1175232" y="1637677"/>
                  </a:lnTo>
                  <a:lnTo>
                    <a:pt x="1212367" y="1656829"/>
                  </a:lnTo>
                  <a:lnTo>
                    <a:pt x="1221663" y="1671421"/>
                  </a:lnTo>
                  <a:lnTo>
                    <a:pt x="1250200" y="1671421"/>
                  </a:lnTo>
                  <a:close/>
                </a:path>
                <a:path w="1424305" h="1803400">
                  <a:moveTo>
                    <a:pt x="1424051" y="712025"/>
                  </a:moveTo>
                  <a:lnTo>
                    <a:pt x="1422400" y="663270"/>
                  </a:lnTo>
                  <a:lnTo>
                    <a:pt x="1417548" y="615403"/>
                  </a:lnTo>
                  <a:lnTo>
                    <a:pt x="1409573" y="568528"/>
                  </a:lnTo>
                  <a:lnTo>
                    <a:pt x="1398612" y="522744"/>
                  </a:lnTo>
                  <a:lnTo>
                    <a:pt x="1384744" y="478155"/>
                  </a:lnTo>
                  <a:lnTo>
                    <a:pt x="1368094" y="434873"/>
                  </a:lnTo>
                  <a:lnTo>
                    <a:pt x="1348752" y="393001"/>
                  </a:lnTo>
                  <a:lnTo>
                    <a:pt x="1326832" y="352653"/>
                  </a:lnTo>
                  <a:lnTo>
                    <a:pt x="1302435" y="313931"/>
                  </a:lnTo>
                  <a:lnTo>
                    <a:pt x="1275689" y="276936"/>
                  </a:lnTo>
                  <a:lnTo>
                    <a:pt x="1246670" y="241769"/>
                  </a:lnTo>
                  <a:lnTo>
                    <a:pt x="1215491" y="208546"/>
                  </a:lnTo>
                  <a:lnTo>
                    <a:pt x="1182281" y="177380"/>
                  </a:lnTo>
                  <a:lnTo>
                    <a:pt x="1147114" y="148361"/>
                  </a:lnTo>
                  <a:lnTo>
                    <a:pt x="1110119" y="121602"/>
                  </a:lnTo>
                  <a:lnTo>
                    <a:pt x="1071397" y="97218"/>
                  </a:lnTo>
                  <a:lnTo>
                    <a:pt x="1031036" y="75298"/>
                  </a:lnTo>
                  <a:lnTo>
                    <a:pt x="989177" y="55956"/>
                  </a:lnTo>
                  <a:lnTo>
                    <a:pt x="945896" y="39306"/>
                  </a:lnTo>
                  <a:lnTo>
                    <a:pt x="901306" y="25438"/>
                  </a:lnTo>
                  <a:lnTo>
                    <a:pt x="855522" y="14465"/>
                  </a:lnTo>
                  <a:lnTo>
                    <a:pt x="808647" y="6502"/>
                  </a:lnTo>
                  <a:lnTo>
                    <a:pt x="760768" y="1651"/>
                  </a:lnTo>
                  <a:lnTo>
                    <a:pt x="712025" y="0"/>
                  </a:lnTo>
                  <a:lnTo>
                    <a:pt x="663270" y="1651"/>
                  </a:lnTo>
                  <a:lnTo>
                    <a:pt x="615403" y="6502"/>
                  </a:lnTo>
                  <a:lnTo>
                    <a:pt x="568528" y="14465"/>
                  </a:lnTo>
                  <a:lnTo>
                    <a:pt x="522744" y="25438"/>
                  </a:lnTo>
                  <a:lnTo>
                    <a:pt x="478155" y="39306"/>
                  </a:lnTo>
                  <a:lnTo>
                    <a:pt x="434873" y="55956"/>
                  </a:lnTo>
                  <a:lnTo>
                    <a:pt x="393001" y="75298"/>
                  </a:lnTo>
                  <a:lnTo>
                    <a:pt x="352653" y="97218"/>
                  </a:lnTo>
                  <a:lnTo>
                    <a:pt x="313931" y="121602"/>
                  </a:lnTo>
                  <a:lnTo>
                    <a:pt x="276936" y="148361"/>
                  </a:lnTo>
                  <a:lnTo>
                    <a:pt x="241769" y="177380"/>
                  </a:lnTo>
                  <a:lnTo>
                    <a:pt x="208546" y="208546"/>
                  </a:lnTo>
                  <a:lnTo>
                    <a:pt x="177380" y="241769"/>
                  </a:lnTo>
                  <a:lnTo>
                    <a:pt x="148361" y="276936"/>
                  </a:lnTo>
                  <a:lnTo>
                    <a:pt x="121602" y="313931"/>
                  </a:lnTo>
                  <a:lnTo>
                    <a:pt x="97218" y="352653"/>
                  </a:lnTo>
                  <a:lnTo>
                    <a:pt x="75298" y="393001"/>
                  </a:lnTo>
                  <a:lnTo>
                    <a:pt x="55956" y="434873"/>
                  </a:lnTo>
                  <a:lnTo>
                    <a:pt x="39306" y="478155"/>
                  </a:lnTo>
                  <a:lnTo>
                    <a:pt x="25438" y="522744"/>
                  </a:lnTo>
                  <a:lnTo>
                    <a:pt x="14465" y="568528"/>
                  </a:lnTo>
                  <a:lnTo>
                    <a:pt x="6502" y="615403"/>
                  </a:lnTo>
                  <a:lnTo>
                    <a:pt x="1651" y="663270"/>
                  </a:lnTo>
                  <a:lnTo>
                    <a:pt x="0" y="712025"/>
                  </a:lnTo>
                  <a:lnTo>
                    <a:pt x="0" y="795794"/>
                  </a:lnTo>
                  <a:lnTo>
                    <a:pt x="1651" y="844537"/>
                  </a:lnTo>
                  <a:lnTo>
                    <a:pt x="6502" y="892403"/>
                  </a:lnTo>
                  <a:lnTo>
                    <a:pt x="14465" y="939292"/>
                  </a:lnTo>
                  <a:lnTo>
                    <a:pt x="25438" y="985075"/>
                  </a:lnTo>
                  <a:lnTo>
                    <a:pt x="39306" y="1029665"/>
                  </a:lnTo>
                  <a:lnTo>
                    <a:pt x="55956" y="1072946"/>
                  </a:lnTo>
                  <a:lnTo>
                    <a:pt x="75298" y="1114806"/>
                  </a:lnTo>
                  <a:lnTo>
                    <a:pt x="97218" y="1155166"/>
                  </a:lnTo>
                  <a:lnTo>
                    <a:pt x="121602" y="1193888"/>
                  </a:lnTo>
                  <a:lnTo>
                    <a:pt x="148361" y="1230884"/>
                  </a:lnTo>
                  <a:lnTo>
                    <a:pt x="177380" y="1266050"/>
                  </a:lnTo>
                  <a:lnTo>
                    <a:pt x="208546" y="1299260"/>
                  </a:lnTo>
                  <a:lnTo>
                    <a:pt x="241769" y="1330439"/>
                  </a:lnTo>
                  <a:lnTo>
                    <a:pt x="276936" y="1359446"/>
                  </a:lnTo>
                  <a:lnTo>
                    <a:pt x="313931" y="1386205"/>
                  </a:lnTo>
                  <a:lnTo>
                    <a:pt x="352653" y="1410601"/>
                  </a:lnTo>
                  <a:lnTo>
                    <a:pt x="393001" y="1432521"/>
                  </a:lnTo>
                  <a:lnTo>
                    <a:pt x="434873" y="1451851"/>
                  </a:lnTo>
                  <a:lnTo>
                    <a:pt x="478155" y="1468513"/>
                  </a:lnTo>
                  <a:lnTo>
                    <a:pt x="522744" y="1482382"/>
                  </a:lnTo>
                  <a:lnTo>
                    <a:pt x="568528" y="1493342"/>
                  </a:lnTo>
                  <a:lnTo>
                    <a:pt x="615403" y="1501305"/>
                  </a:lnTo>
                  <a:lnTo>
                    <a:pt x="663270" y="1506169"/>
                  </a:lnTo>
                  <a:lnTo>
                    <a:pt x="712025" y="1507807"/>
                  </a:lnTo>
                  <a:lnTo>
                    <a:pt x="760768" y="1506169"/>
                  </a:lnTo>
                  <a:lnTo>
                    <a:pt x="808647" y="1501305"/>
                  </a:lnTo>
                  <a:lnTo>
                    <a:pt x="855522" y="1493342"/>
                  </a:lnTo>
                  <a:lnTo>
                    <a:pt x="901306" y="1482382"/>
                  </a:lnTo>
                  <a:lnTo>
                    <a:pt x="945896" y="1468513"/>
                  </a:lnTo>
                  <a:lnTo>
                    <a:pt x="989177" y="1451851"/>
                  </a:lnTo>
                  <a:lnTo>
                    <a:pt x="1031036" y="1432521"/>
                  </a:lnTo>
                  <a:lnTo>
                    <a:pt x="1071397" y="1410601"/>
                  </a:lnTo>
                  <a:lnTo>
                    <a:pt x="1110119" y="1386205"/>
                  </a:lnTo>
                  <a:lnTo>
                    <a:pt x="1147114" y="1359446"/>
                  </a:lnTo>
                  <a:lnTo>
                    <a:pt x="1182281" y="1330439"/>
                  </a:lnTo>
                  <a:lnTo>
                    <a:pt x="1215491" y="1299260"/>
                  </a:lnTo>
                  <a:lnTo>
                    <a:pt x="1246670" y="1266050"/>
                  </a:lnTo>
                  <a:lnTo>
                    <a:pt x="1275689" y="1230884"/>
                  </a:lnTo>
                  <a:lnTo>
                    <a:pt x="1302435" y="1193888"/>
                  </a:lnTo>
                  <a:lnTo>
                    <a:pt x="1326832" y="1155166"/>
                  </a:lnTo>
                  <a:lnTo>
                    <a:pt x="1348752" y="1114806"/>
                  </a:lnTo>
                  <a:lnTo>
                    <a:pt x="1368094" y="1072946"/>
                  </a:lnTo>
                  <a:lnTo>
                    <a:pt x="1384744" y="1029665"/>
                  </a:lnTo>
                  <a:lnTo>
                    <a:pt x="1398612" y="985075"/>
                  </a:lnTo>
                  <a:lnTo>
                    <a:pt x="1409573" y="939292"/>
                  </a:lnTo>
                  <a:lnTo>
                    <a:pt x="1417548" y="892403"/>
                  </a:lnTo>
                  <a:lnTo>
                    <a:pt x="1422400" y="844537"/>
                  </a:lnTo>
                  <a:lnTo>
                    <a:pt x="1424051" y="795794"/>
                  </a:lnTo>
                  <a:lnTo>
                    <a:pt x="1424051" y="712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6414" y="7675158"/>
              <a:ext cx="1026146" cy="10366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936684" y="8879312"/>
              <a:ext cx="1424305" cy="1866264"/>
            </a:xfrm>
            <a:custGeom>
              <a:avLst/>
              <a:gdLst/>
              <a:ahLst/>
              <a:cxnLst/>
              <a:rect l="l" t="t" r="r" b="b"/>
              <a:pathLst>
                <a:path w="1424305" h="1866265">
                  <a:moveTo>
                    <a:pt x="406793" y="1734248"/>
                  </a:moveTo>
                  <a:lnTo>
                    <a:pt x="400939" y="1721777"/>
                  </a:lnTo>
                  <a:lnTo>
                    <a:pt x="393573" y="1710817"/>
                  </a:lnTo>
                  <a:lnTo>
                    <a:pt x="384708" y="1701355"/>
                  </a:lnTo>
                  <a:lnTo>
                    <a:pt x="382866" y="1699958"/>
                  </a:lnTo>
                  <a:lnTo>
                    <a:pt x="374332" y="1693405"/>
                  </a:lnTo>
                  <a:lnTo>
                    <a:pt x="362737" y="1687106"/>
                  </a:lnTo>
                  <a:lnTo>
                    <a:pt x="350177" y="1682610"/>
                  </a:lnTo>
                  <a:lnTo>
                    <a:pt x="336689" y="1679905"/>
                  </a:lnTo>
                  <a:lnTo>
                    <a:pt x="322237" y="1679016"/>
                  </a:lnTo>
                  <a:lnTo>
                    <a:pt x="309816" y="1679765"/>
                  </a:lnTo>
                  <a:lnTo>
                    <a:pt x="266103" y="1697659"/>
                  </a:lnTo>
                  <a:lnTo>
                    <a:pt x="237921" y="1735505"/>
                  </a:lnTo>
                  <a:lnTo>
                    <a:pt x="231140" y="1772462"/>
                  </a:lnTo>
                  <a:lnTo>
                    <a:pt x="231889" y="1785467"/>
                  </a:lnTo>
                  <a:lnTo>
                    <a:pt x="249745" y="1830400"/>
                  </a:lnTo>
                  <a:lnTo>
                    <a:pt x="286651" y="1858772"/>
                  </a:lnTo>
                  <a:lnTo>
                    <a:pt x="322237" y="1865388"/>
                  </a:lnTo>
                  <a:lnTo>
                    <a:pt x="336689" y="1864512"/>
                  </a:lnTo>
                  <a:lnTo>
                    <a:pt x="374332" y="1851253"/>
                  </a:lnTo>
                  <a:lnTo>
                    <a:pt x="400939" y="1823034"/>
                  </a:lnTo>
                  <a:lnTo>
                    <a:pt x="406793" y="1810677"/>
                  </a:lnTo>
                  <a:lnTo>
                    <a:pt x="378256" y="1810677"/>
                  </a:lnTo>
                  <a:lnTo>
                    <a:pt x="374040" y="1818449"/>
                  </a:lnTo>
                  <a:lnTo>
                    <a:pt x="368960" y="1825282"/>
                  </a:lnTo>
                  <a:lnTo>
                    <a:pt x="331825" y="1844167"/>
                  </a:lnTo>
                  <a:lnTo>
                    <a:pt x="322237" y="1844713"/>
                  </a:lnTo>
                  <a:lnTo>
                    <a:pt x="312928" y="1844154"/>
                  </a:lnTo>
                  <a:lnTo>
                    <a:pt x="274396" y="1825078"/>
                  </a:lnTo>
                  <a:lnTo>
                    <a:pt x="256032" y="1783003"/>
                  </a:lnTo>
                  <a:lnTo>
                    <a:pt x="255485" y="1772462"/>
                  </a:lnTo>
                  <a:lnTo>
                    <a:pt x="256032" y="1761832"/>
                  </a:lnTo>
                  <a:lnTo>
                    <a:pt x="274396" y="1719656"/>
                  </a:lnTo>
                  <a:lnTo>
                    <a:pt x="312928" y="1700504"/>
                  </a:lnTo>
                  <a:lnTo>
                    <a:pt x="322237" y="1699958"/>
                  </a:lnTo>
                  <a:lnTo>
                    <a:pt x="331825" y="1700504"/>
                  </a:lnTo>
                  <a:lnTo>
                    <a:pt x="368960" y="1719656"/>
                  </a:lnTo>
                  <a:lnTo>
                    <a:pt x="378256" y="1734248"/>
                  </a:lnTo>
                  <a:lnTo>
                    <a:pt x="406793" y="1734248"/>
                  </a:lnTo>
                  <a:close/>
                </a:path>
                <a:path w="1424305" h="1866265">
                  <a:moveTo>
                    <a:pt x="466077" y="1670113"/>
                  </a:moveTo>
                  <a:lnTo>
                    <a:pt x="442252" y="1670113"/>
                  </a:lnTo>
                  <a:lnTo>
                    <a:pt x="442252" y="1863826"/>
                  </a:lnTo>
                  <a:lnTo>
                    <a:pt x="466077" y="1863826"/>
                  </a:lnTo>
                  <a:lnTo>
                    <a:pt x="466077" y="1670113"/>
                  </a:lnTo>
                  <a:close/>
                </a:path>
                <a:path w="1424305" h="1866265">
                  <a:moveTo>
                    <a:pt x="530491" y="1720367"/>
                  </a:moveTo>
                  <a:lnTo>
                    <a:pt x="506666" y="1720367"/>
                  </a:lnTo>
                  <a:lnTo>
                    <a:pt x="506666" y="1863826"/>
                  </a:lnTo>
                  <a:lnTo>
                    <a:pt x="530491" y="1863826"/>
                  </a:lnTo>
                  <a:lnTo>
                    <a:pt x="530491" y="1720367"/>
                  </a:lnTo>
                  <a:close/>
                </a:path>
                <a:path w="1424305" h="1866265">
                  <a:moveTo>
                    <a:pt x="534682" y="1676311"/>
                  </a:moveTo>
                  <a:lnTo>
                    <a:pt x="533107" y="1672463"/>
                  </a:lnTo>
                  <a:lnTo>
                    <a:pt x="529971" y="1669326"/>
                  </a:lnTo>
                  <a:lnTo>
                    <a:pt x="526999" y="1666189"/>
                  </a:lnTo>
                  <a:lnTo>
                    <a:pt x="523341" y="1664614"/>
                  </a:lnTo>
                  <a:lnTo>
                    <a:pt x="514438" y="1664614"/>
                  </a:lnTo>
                  <a:lnTo>
                    <a:pt x="510603" y="1666189"/>
                  </a:lnTo>
                  <a:lnTo>
                    <a:pt x="504317" y="1672463"/>
                  </a:lnTo>
                  <a:lnTo>
                    <a:pt x="502742" y="1676311"/>
                  </a:lnTo>
                  <a:lnTo>
                    <a:pt x="502742" y="1685378"/>
                  </a:lnTo>
                  <a:lnTo>
                    <a:pt x="504317" y="1689214"/>
                  </a:lnTo>
                  <a:lnTo>
                    <a:pt x="510603" y="1695500"/>
                  </a:lnTo>
                  <a:lnTo>
                    <a:pt x="514438" y="1697075"/>
                  </a:lnTo>
                  <a:lnTo>
                    <a:pt x="523341" y="1697075"/>
                  </a:lnTo>
                  <a:lnTo>
                    <a:pt x="526999" y="1695500"/>
                  </a:lnTo>
                  <a:lnTo>
                    <a:pt x="529971" y="1692363"/>
                  </a:lnTo>
                  <a:lnTo>
                    <a:pt x="533107" y="1689214"/>
                  </a:lnTo>
                  <a:lnTo>
                    <a:pt x="534682" y="1685378"/>
                  </a:lnTo>
                  <a:lnTo>
                    <a:pt x="534682" y="1676311"/>
                  </a:lnTo>
                  <a:close/>
                </a:path>
                <a:path w="1424305" h="1866265">
                  <a:moveTo>
                    <a:pt x="701979" y="1786597"/>
                  </a:moveTo>
                  <a:lnTo>
                    <a:pt x="688695" y="1744091"/>
                  </a:lnTo>
                  <a:lnTo>
                    <a:pt x="683679" y="1738172"/>
                  </a:lnTo>
                  <a:lnTo>
                    <a:pt x="683133" y="1737512"/>
                  </a:lnTo>
                  <a:lnTo>
                    <a:pt x="677367" y="1732419"/>
                  </a:lnTo>
                  <a:lnTo>
                    <a:pt x="677367" y="1772551"/>
                  </a:lnTo>
                  <a:lnTo>
                    <a:pt x="677367" y="1781619"/>
                  </a:lnTo>
                  <a:lnTo>
                    <a:pt x="586803" y="1781619"/>
                  </a:lnTo>
                  <a:lnTo>
                    <a:pt x="588391" y="1771967"/>
                  </a:lnTo>
                  <a:lnTo>
                    <a:pt x="615327" y="1741055"/>
                  </a:lnTo>
                  <a:lnTo>
                    <a:pt x="632079" y="1738172"/>
                  </a:lnTo>
                  <a:lnTo>
                    <a:pt x="640461" y="1738172"/>
                  </a:lnTo>
                  <a:lnTo>
                    <a:pt x="648055" y="1739912"/>
                  </a:lnTo>
                  <a:lnTo>
                    <a:pt x="654862" y="1743405"/>
                  </a:lnTo>
                  <a:lnTo>
                    <a:pt x="661835" y="1746719"/>
                  </a:lnTo>
                  <a:lnTo>
                    <a:pt x="667334" y="1751698"/>
                  </a:lnTo>
                  <a:lnTo>
                    <a:pt x="671347" y="1758327"/>
                  </a:lnTo>
                  <a:lnTo>
                    <a:pt x="675360" y="1764779"/>
                  </a:lnTo>
                  <a:lnTo>
                    <a:pt x="669251" y="1726920"/>
                  </a:lnTo>
                  <a:lnTo>
                    <a:pt x="633133" y="1718017"/>
                  </a:lnTo>
                  <a:lnTo>
                    <a:pt x="622960" y="1718589"/>
                  </a:lnTo>
                  <a:lnTo>
                    <a:pt x="581761" y="1738045"/>
                  </a:lnTo>
                  <a:lnTo>
                    <a:pt x="562749" y="1781048"/>
                  </a:lnTo>
                  <a:lnTo>
                    <a:pt x="562190" y="1791830"/>
                  </a:lnTo>
                  <a:lnTo>
                    <a:pt x="562762" y="1802638"/>
                  </a:lnTo>
                  <a:lnTo>
                    <a:pt x="576364" y="1838998"/>
                  </a:lnTo>
                  <a:lnTo>
                    <a:pt x="613765" y="1863890"/>
                  </a:lnTo>
                  <a:lnTo>
                    <a:pt x="633133" y="1866176"/>
                  </a:lnTo>
                  <a:lnTo>
                    <a:pt x="645439" y="1865376"/>
                  </a:lnTo>
                  <a:lnTo>
                    <a:pt x="683983" y="1846326"/>
                  </a:lnTo>
                  <a:lnTo>
                    <a:pt x="699096" y="1819579"/>
                  </a:lnTo>
                  <a:lnTo>
                    <a:pt x="673442" y="1819579"/>
                  </a:lnTo>
                  <a:lnTo>
                    <a:pt x="670648" y="1827606"/>
                  </a:lnTo>
                  <a:lnTo>
                    <a:pt x="665772" y="1834070"/>
                  </a:lnTo>
                  <a:lnTo>
                    <a:pt x="633133" y="1846021"/>
                  </a:lnTo>
                  <a:lnTo>
                    <a:pt x="624052" y="1845284"/>
                  </a:lnTo>
                  <a:lnTo>
                    <a:pt x="590791" y="1819910"/>
                  </a:lnTo>
                  <a:lnTo>
                    <a:pt x="586536" y="1800999"/>
                  </a:lnTo>
                  <a:lnTo>
                    <a:pt x="701192" y="1800999"/>
                  </a:lnTo>
                  <a:lnTo>
                    <a:pt x="701713" y="1795932"/>
                  </a:lnTo>
                  <a:lnTo>
                    <a:pt x="701941" y="1791830"/>
                  </a:lnTo>
                  <a:lnTo>
                    <a:pt x="701979" y="1786597"/>
                  </a:lnTo>
                  <a:close/>
                </a:path>
                <a:path w="1424305" h="1866265">
                  <a:moveTo>
                    <a:pt x="861949" y="1779270"/>
                  </a:moveTo>
                  <a:lnTo>
                    <a:pt x="849553" y="1738426"/>
                  </a:lnTo>
                  <a:lnTo>
                    <a:pt x="815784" y="1718754"/>
                  </a:lnTo>
                  <a:lnTo>
                    <a:pt x="803313" y="1717751"/>
                  </a:lnTo>
                  <a:lnTo>
                    <a:pt x="796137" y="1718132"/>
                  </a:lnTo>
                  <a:lnTo>
                    <a:pt x="761085" y="1735607"/>
                  </a:lnTo>
                  <a:lnTo>
                    <a:pt x="757237" y="1740789"/>
                  </a:lnTo>
                  <a:lnTo>
                    <a:pt x="757237" y="1720367"/>
                  </a:lnTo>
                  <a:lnTo>
                    <a:pt x="733425" y="1720367"/>
                  </a:lnTo>
                  <a:lnTo>
                    <a:pt x="733425" y="1863826"/>
                  </a:lnTo>
                  <a:lnTo>
                    <a:pt x="757237" y="1863826"/>
                  </a:lnTo>
                  <a:lnTo>
                    <a:pt x="757364" y="1782673"/>
                  </a:lnTo>
                  <a:lnTo>
                    <a:pt x="757923" y="1773923"/>
                  </a:lnTo>
                  <a:lnTo>
                    <a:pt x="781392" y="1741373"/>
                  </a:lnTo>
                  <a:lnTo>
                    <a:pt x="783526" y="1740789"/>
                  </a:lnTo>
                  <a:lnTo>
                    <a:pt x="789393" y="1739163"/>
                  </a:lnTo>
                  <a:lnTo>
                    <a:pt x="798334" y="1738426"/>
                  </a:lnTo>
                  <a:lnTo>
                    <a:pt x="807199" y="1739163"/>
                  </a:lnTo>
                  <a:lnTo>
                    <a:pt x="814959" y="1741309"/>
                  </a:lnTo>
                  <a:lnTo>
                    <a:pt x="837717" y="1772577"/>
                  </a:lnTo>
                  <a:lnTo>
                    <a:pt x="838390" y="1782673"/>
                  </a:lnTo>
                  <a:lnTo>
                    <a:pt x="838390" y="1863826"/>
                  </a:lnTo>
                  <a:lnTo>
                    <a:pt x="861949" y="1863826"/>
                  </a:lnTo>
                  <a:lnTo>
                    <a:pt x="861949" y="1779270"/>
                  </a:lnTo>
                  <a:close/>
                </a:path>
                <a:path w="1424305" h="1866265">
                  <a:moveTo>
                    <a:pt x="967359" y="1720367"/>
                  </a:moveTo>
                  <a:lnTo>
                    <a:pt x="929919" y="1720367"/>
                  </a:lnTo>
                  <a:lnTo>
                    <a:pt x="929919" y="1684248"/>
                  </a:lnTo>
                  <a:lnTo>
                    <a:pt x="906094" y="1684248"/>
                  </a:lnTo>
                  <a:lnTo>
                    <a:pt x="906094" y="1720367"/>
                  </a:lnTo>
                  <a:lnTo>
                    <a:pt x="887514" y="1720367"/>
                  </a:lnTo>
                  <a:lnTo>
                    <a:pt x="887514" y="1740001"/>
                  </a:lnTo>
                  <a:lnTo>
                    <a:pt x="906094" y="1740001"/>
                  </a:lnTo>
                  <a:lnTo>
                    <a:pt x="906094" y="1824558"/>
                  </a:lnTo>
                  <a:lnTo>
                    <a:pt x="906716" y="1834286"/>
                  </a:lnTo>
                  <a:lnTo>
                    <a:pt x="936561" y="1863255"/>
                  </a:lnTo>
                  <a:lnTo>
                    <a:pt x="945883" y="1863826"/>
                  </a:lnTo>
                  <a:lnTo>
                    <a:pt x="967359" y="1863826"/>
                  </a:lnTo>
                  <a:lnTo>
                    <a:pt x="967359" y="1843671"/>
                  </a:lnTo>
                  <a:lnTo>
                    <a:pt x="942479" y="1843671"/>
                  </a:lnTo>
                  <a:lnTo>
                    <a:pt x="937336" y="1842274"/>
                  </a:lnTo>
                  <a:lnTo>
                    <a:pt x="934377" y="1839480"/>
                  </a:lnTo>
                  <a:lnTo>
                    <a:pt x="931405" y="1836508"/>
                  </a:lnTo>
                  <a:lnTo>
                    <a:pt x="929919" y="1831530"/>
                  </a:lnTo>
                  <a:lnTo>
                    <a:pt x="929919" y="1740001"/>
                  </a:lnTo>
                  <a:lnTo>
                    <a:pt x="967359" y="1740001"/>
                  </a:lnTo>
                  <a:lnTo>
                    <a:pt x="967359" y="1720367"/>
                  </a:lnTo>
                  <a:close/>
                </a:path>
                <a:path w="1424305" h="1866265">
                  <a:moveTo>
                    <a:pt x="1219669" y="1772983"/>
                  </a:moveTo>
                  <a:lnTo>
                    <a:pt x="1213040" y="1735099"/>
                  </a:lnTo>
                  <a:lnTo>
                    <a:pt x="1195324" y="1707781"/>
                  </a:lnTo>
                  <a:lnTo>
                    <a:pt x="1195324" y="1772983"/>
                  </a:lnTo>
                  <a:lnTo>
                    <a:pt x="1194155" y="1788934"/>
                  </a:lnTo>
                  <a:lnTo>
                    <a:pt x="1176731" y="1825599"/>
                  </a:lnTo>
                  <a:lnTo>
                    <a:pt x="1139431" y="1843024"/>
                  </a:lnTo>
                  <a:lnTo>
                    <a:pt x="1122807" y="1844192"/>
                  </a:lnTo>
                  <a:lnTo>
                    <a:pt x="1089825" y="1844192"/>
                  </a:lnTo>
                  <a:lnTo>
                    <a:pt x="1089825" y="1700733"/>
                  </a:lnTo>
                  <a:lnTo>
                    <a:pt x="1122807" y="1700733"/>
                  </a:lnTo>
                  <a:lnTo>
                    <a:pt x="1166152" y="1711490"/>
                  </a:lnTo>
                  <a:lnTo>
                    <a:pt x="1190612" y="1742681"/>
                  </a:lnTo>
                  <a:lnTo>
                    <a:pt x="1195324" y="1772983"/>
                  </a:lnTo>
                  <a:lnTo>
                    <a:pt x="1195324" y="1707781"/>
                  </a:lnTo>
                  <a:lnTo>
                    <a:pt x="1150620" y="1684185"/>
                  </a:lnTo>
                  <a:lnTo>
                    <a:pt x="1122807" y="1681365"/>
                  </a:lnTo>
                  <a:lnTo>
                    <a:pt x="1065999" y="1681365"/>
                  </a:lnTo>
                  <a:lnTo>
                    <a:pt x="1065999" y="1863826"/>
                  </a:lnTo>
                  <a:lnTo>
                    <a:pt x="1122807" y="1863826"/>
                  </a:lnTo>
                  <a:lnTo>
                    <a:pt x="1163002" y="1857781"/>
                  </a:lnTo>
                  <a:lnTo>
                    <a:pt x="1201470" y="1831301"/>
                  </a:lnTo>
                  <a:lnTo>
                    <a:pt x="1218933" y="1786534"/>
                  </a:lnTo>
                  <a:lnTo>
                    <a:pt x="1219669" y="1772983"/>
                  </a:lnTo>
                  <a:close/>
                </a:path>
                <a:path w="1424305" h="1866265">
                  <a:moveTo>
                    <a:pt x="1424038" y="712025"/>
                  </a:moveTo>
                  <a:lnTo>
                    <a:pt x="1422400" y="663270"/>
                  </a:lnTo>
                  <a:lnTo>
                    <a:pt x="1417535" y="615403"/>
                  </a:lnTo>
                  <a:lnTo>
                    <a:pt x="1409573" y="568528"/>
                  </a:lnTo>
                  <a:lnTo>
                    <a:pt x="1398600" y="522744"/>
                  </a:lnTo>
                  <a:lnTo>
                    <a:pt x="1384744" y="478155"/>
                  </a:lnTo>
                  <a:lnTo>
                    <a:pt x="1368082" y="434873"/>
                  </a:lnTo>
                  <a:lnTo>
                    <a:pt x="1348740" y="393001"/>
                  </a:lnTo>
                  <a:lnTo>
                    <a:pt x="1326819" y="352653"/>
                  </a:lnTo>
                  <a:lnTo>
                    <a:pt x="1302435" y="313931"/>
                  </a:lnTo>
                  <a:lnTo>
                    <a:pt x="1275676" y="276936"/>
                  </a:lnTo>
                  <a:lnTo>
                    <a:pt x="1246657" y="241769"/>
                  </a:lnTo>
                  <a:lnTo>
                    <a:pt x="1215491" y="208546"/>
                  </a:lnTo>
                  <a:lnTo>
                    <a:pt x="1182268" y="177380"/>
                  </a:lnTo>
                  <a:lnTo>
                    <a:pt x="1147114" y="148361"/>
                  </a:lnTo>
                  <a:lnTo>
                    <a:pt x="1110107" y="121602"/>
                  </a:lnTo>
                  <a:lnTo>
                    <a:pt x="1071384" y="97218"/>
                  </a:lnTo>
                  <a:lnTo>
                    <a:pt x="1031036" y="75298"/>
                  </a:lnTo>
                  <a:lnTo>
                    <a:pt x="989164" y="55956"/>
                  </a:lnTo>
                  <a:lnTo>
                    <a:pt x="945883" y="39306"/>
                  </a:lnTo>
                  <a:lnTo>
                    <a:pt x="901293" y="25438"/>
                  </a:lnTo>
                  <a:lnTo>
                    <a:pt x="855510" y="14465"/>
                  </a:lnTo>
                  <a:lnTo>
                    <a:pt x="808634" y="6502"/>
                  </a:lnTo>
                  <a:lnTo>
                    <a:pt x="760768" y="1651"/>
                  </a:lnTo>
                  <a:lnTo>
                    <a:pt x="712012" y="0"/>
                  </a:lnTo>
                  <a:lnTo>
                    <a:pt x="663270" y="1651"/>
                  </a:lnTo>
                  <a:lnTo>
                    <a:pt x="615403" y="6502"/>
                  </a:lnTo>
                  <a:lnTo>
                    <a:pt x="568515" y="14465"/>
                  </a:lnTo>
                  <a:lnTo>
                    <a:pt x="522732" y="25438"/>
                  </a:lnTo>
                  <a:lnTo>
                    <a:pt x="478142" y="39306"/>
                  </a:lnTo>
                  <a:lnTo>
                    <a:pt x="434860" y="55956"/>
                  </a:lnTo>
                  <a:lnTo>
                    <a:pt x="393001" y="75298"/>
                  </a:lnTo>
                  <a:lnTo>
                    <a:pt x="352640" y="97218"/>
                  </a:lnTo>
                  <a:lnTo>
                    <a:pt x="313918" y="121602"/>
                  </a:lnTo>
                  <a:lnTo>
                    <a:pt x="276923" y="148361"/>
                  </a:lnTo>
                  <a:lnTo>
                    <a:pt x="241757" y="177380"/>
                  </a:lnTo>
                  <a:lnTo>
                    <a:pt x="208546" y="208546"/>
                  </a:lnTo>
                  <a:lnTo>
                    <a:pt x="177368" y="241769"/>
                  </a:lnTo>
                  <a:lnTo>
                    <a:pt x="148361" y="276936"/>
                  </a:lnTo>
                  <a:lnTo>
                    <a:pt x="121602" y="313931"/>
                  </a:lnTo>
                  <a:lnTo>
                    <a:pt x="97205" y="352653"/>
                  </a:lnTo>
                  <a:lnTo>
                    <a:pt x="75285" y="393001"/>
                  </a:lnTo>
                  <a:lnTo>
                    <a:pt x="55956" y="434873"/>
                  </a:lnTo>
                  <a:lnTo>
                    <a:pt x="39293" y="478155"/>
                  </a:lnTo>
                  <a:lnTo>
                    <a:pt x="25425" y="522744"/>
                  </a:lnTo>
                  <a:lnTo>
                    <a:pt x="14465" y="568528"/>
                  </a:lnTo>
                  <a:lnTo>
                    <a:pt x="6502" y="615403"/>
                  </a:lnTo>
                  <a:lnTo>
                    <a:pt x="1638" y="663270"/>
                  </a:lnTo>
                  <a:lnTo>
                    <a:pt x="0" y="712025"/>
                  </a:lnTo>
                  <a:lnTo>
                    <a:pt x="0" y="795794"/>
                  </a:lnTo>
                  <a:lnTo>
                    <a:pt x="1638" y="844537"/>
                  </a:lnTo>
                  <a:lnTo>
                    <a:pt x="6502" y="892403"/>
                  </a:lnTo>
                  <a:lnTo>
                    <a:pt x="14465" y="939292"/>
                  </a:lnTo>
                  <a:lnTo>
                    <a:pt x="25425" y="985075"/>
                  </a:lnTo>
                  <a:lnTo>
                    <a:pt x="39293" y="1029665"/>
                  </a:lnTo>
                  <a:lnTo>
                    <a:pt x="55956" y="1072946"/>
                  </a:lnTo>
                  <a:lnTo>
                    <a:pt x="75285" y="1114806"/>
                  </a:lnTo>
                  <a:lnTo>
                    <a:pt x="97205" y="1155166"/>
                  </a:lnTo>
                  <a:lnTo>
                    <a:pt x="121602" y="1193888"/>
                  </a:lnTo>
                  <a:lnTo>
                    <a:pt x="148361" y="1230884"/>
                  </a:lnTo>
                  <a:lnTo>
                    <a:pt x="177368" y="1266050"/>
                  </a:lnTo>
                  <a:lnTo>
                    <a:pt x="208546" y="1299260"/>
                  </a:lnTo>
                  <a:lnTo>
                    <a:pt x="241757" y="1330439"/>
                  </a:lnTo>
                  <a:lnTo>
                    <a:pt x="276923" y="1359458"/>
                  </a:lnTo>
                  <a:lnTo>
                    <a:pt x="313918" y="1386205"/>
                  </a:lnTo>
                  <a:lnTo>
                    <a:pt x="352640" y="1410601"/>
                  </a:lnTo>
                  <a:lnTo>
                    <a:pt x="393001" y="1432521"/>
                  </a:lnTo>
                  <a:lnTo>
                    <a:pt x="434860" y="1451864"/>
                  </a:lnTo>
                  <a:lnTo>
                    <a:pt x="478142" y="1468513"/>
                  </a:lnTo>
                  <a:lnTo>
                    <a:pt x="522732" y="1482382"/>
                  </a:lnTo>
                  <a:lnTo>
                    <a:pt x="568515" y="1493342"/>
                  </a:lnTo>
                  <a:lnTo>
                    <a:pt x="615403" y="1501317"/>
                  </a:lnTo>
                  <a:lnTo>
                    <a:pt x="663270" y="1506169"/>
                  </a:lnTo>
                  <a:lnTo>
                    <a:pt x="712012" y="1507807"/>
                  </a:lnTo>
                  <a:lnTo>
                    <a:pt x="760768" y="1506169"/>
                  </a:lnTo>
                  <a:lnTo>
                    <a:pt x="808634" y="1501317"/>
                  </a:lnTo>
                  <a:lnTo>
                    <a:pt x="855510" y="1493342"/>
                  </a:lnTo>
                  <a:lnTo>
                    <a:pt x="901293" y="1482382"/>
                  </a:lnTo>
                  <a:lnTo>
                    <a:pt x="945883" y="1468513"/>
                  </a:lnTo>
                  <a:lnTo>
                    <a:pt x="989164" y="1451864"/>
                  </a:lnTo>
                  <a:lnTo>
                    <a:pt x="1031036" y="1432521"/>
                  </a:lnTo>
                  <a:lnTo>
                    <a:pt x="1071384" y="1410601"/>
                  </a:lnTo>
                  <a:lnTo>
                    <a:pt x="1110107" y="1386205"/>
                  </a:lnTo>
                  <a:lnTo>
                    <a:pt x="1147114" y="1359458"/>
                  </a:lnTo>
                  <a:lnTo>
                    <a:pt x="1182268" y="1330439"/>
                  </a:lnTo>
                  <a:lnTo>
                    <a:pt x="1215491" y="1299260"/>
                  </a:lnTo>
                  <a:lnTo>
                    <a:pt x="1246657" y="1266050"/>
                  </a:lnTo>
                  <a:lnTo>
                    <a:pt x="1275676" y="1230884"/>
                  </a:lnTo>
                  <a:lnTo>
                    <a:pt x="1302435" y="1193888"/>
                  </a:lnTo>
                  <a:lnTo>
                    <a:pt x="1326819" y="1155166"/>
                  </a:lnTo>
                  <a:lnTo>
                    <a:pt x="1348740" y="1114806"/>
                  </a:lnTo>
                  <a:lnTo>
                    <a:pt x="1368082" y="1072946"/>
                  </a:lnTo>
                  <a:lnTo>
                    <a:pt x="1384744" y="1029665"/>
                  </a:lnTo>
                  <a:lnTo>
                    <a:pt x="1398600" y="985075"/>
                  </a:lnTo>
                  <a:lnTo>
                    <a:pt x="1409573" y="939292"/>
                  </a:lnTo>
                  <a:lnTo>
                    <a:pt x="1417535" y="892403"/>
                  </a:lnTo>
                  <a:lnTo>
                    <a:pt x="1422400" y="844537"/>
                  </a:lnTo>
                  <a:lnTo>
                    <a:pt x="1424038" y="795794"/>
                  </a:lnTo>
                  <a:lnTo>
                    <a:pt x="1424038" y="712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35634" y="9120140"/>
              <a:ext cx="1026146" cy="10366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60627" y="5251148"/>
              <a:ext cx="10801350" cy="1816735"/>
            </a:xfrm>
            <a:custGeom>
              <a:avLst/>
              <a:gdLst/>
              <a:ahLst/>
              <a:cxnLst/>
              <a:rect l="l" t="t" r="r" b="b"/>
              <a:pathLst>
                <a:path w="10801350" h="1816734">
                  <a:moveTo>
                    <a:pt x="25739" y="180151"/>
                  </a:moveTo>
                  <a:lnTo>
                    <a:pt x="0" y="180580"/>
                  </a:lnTo>
                  <a:lnTo>
                    <a:pt x="0" y="1816698"/>
                  </a:lnTo>
                  <a:lnTo>
                    <a:pt x="52354" y="1816698"/>
                  </a:lnTo>
                  <a:lnTo>
                    <a:pt x="52354" y="232495"/>
                  </a:lnTo>
                  <a:lnTo>
                    <a:pt x="26614" y="232495"/>
                  </a:lnTo>
                  <a:lnTo>
                    <a:pt x="25739" y="180151"/>
                  </a:lnTo>
                  <a:close/>
                </a:path>
                <a:path w="10801350" h="1816734">
                  <a:moveTo>
                    <a:pt x="52354" y="206318"/>
                  </a:moveTo>
                  <a:lnTo>
                    <a:pt x="26177" y="206318"/>
                  </a:lnTo>
                  <a:lnTo>
                    <a:pt x="26614" y="232495"/>
                  </a:lnTo>
                  <a:lnTo>
                    <a:pt x="52354" y="232065"/>
                  </a:lnTo>
                  <a:lnTo>
                    <a:pt x="52354" y="206318"/>
                  </a:lnTo>
                  <a:close/>
                </a:path>
                <a:path w="10801350" h="1816734">
                  <a:moveTo>
                    <a:pt x="52354" y="232065"/>
                  </a:moveTo>
                  <a:lnTo>
                    <a:pt x="26614" y="232495"/>
                  </a:lnTo>
                  <a:lnTo>
                    <a:pt x="52354" y="232495"/>
                  </a:lnTo>
                  <a:lnTo>
                    <a:pt x="52354" y="232065"/>
                  </a:lnTo>
                  <a:close/>
                </a:path>
                <a:path w="10801350" h="1816734">
                  <a:moveTo>
                    <a:pt x="10800299" y="0"/>
                  </a:moveTo>
                  <a:lnTo>
                    <a:pt x="25739" y="180151"/>
                  </a:lnTo>
                  <a:lnTo>
                    <a:pt x="26177" y="206318"/>
                  </a:lnTo>
                  <a:lnTo>
                    <a:pt x="52354" y="206318"/>
                  </a:lnTo>
                  <a:lnTo>
                    <a:pt x="52354" y="232065"/>
                  </a:lnTo>
                  <a:lnTo>
                    <a:pt x="10801137" y="52354"/>
                  </a:lnTo>
                  <a:lnTo>
                    <a:pt x="10800299" y="0"/>
                  </a:lnTo>
                  <a:close/>
                </a:path>
                <a:path w="10801350" h="1816734">
                  <a:moveTo>
                    <a:pt x="25746" y="180580"/>
                  </a:moveTo>
                  <a:lnTo>
                    <a:pt x="26177" y="206318"/>
                  </a:lnTo>
                  <a:lnTo>
                    <a:pt x="25746" y="180580"/>
                  </a:lnTo>
                  <a:close/>
                </a:path>
              </a:pathLst>
            </a:custGeom>
            <a:solidFill>
              <a:srgbClr val="BC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68525" y="5680461"/>
              <a:ext cx="12219940" cy="4236085"/>
            </a:xfrm>
            <a:custGeom>
              <a:avLst/>
              <a:gdLst/>
              <a:ahLst/>
              <a:cxnLst/>
              <a:rect l="l" t="t" r="r" b="b"/>
              <a:pathLst>
                <a:path w="12219940" h="4236084">
                  <a:moveTo>
                    <a:pt x="272237" y="4094111"/>
                  </a:moveTo>
                  <a:lnTo>
                    <a:pt x="265303" y="4049433"/>
                  </a:lnTo>
                  <a:lnTo>
                    <a:pt x="245973" y="4010634"/>
                  </a:lnTo>
                  <a:lnTo>
                    <a:pt x="216509" y="3980027"/>
                  </a:lnTo>
                  <a:lnTo>
                    <a:pt x="179146" y="3959961"/>
                  </a:lnTo>
                  <a:lnTo>
                    <a:pt x="136118" y="3952760"/>
                  </a:lnTo>
                  <a:lnTo>
                    <a:pt x="93091" y="3959961"/>
                  </a:lnTo>
                  <a:lnTo>
                    <a:pt x="55727" y="3980027"/>
                  </a:lnTo>
                  <a:lnTo>
                    <a:pt x="26263" y="4010634"/>
                  </a:lnTo>
                  <a:lnTo>
                    <a:pt x="6934" y="4049433"/>
                  </a:lnTo>
                  <a:lnTo>
                    <a:pt x="0" y="4094111"/>
                  </a:lnTo>
                  <a:lnTo>
                    <a:pt x="6934" y="4138790"/>
                  </a:lnTo>
                  <a:lnTo>
                    <a:pt x="26263" y="4177601"/>
                  </a:lnTo>
                  <a:lnTo>
                    <a:pt x="55727" y="4208195"/>
                  </a:lnTo>
                  <a:lnTo>
                    <a:pt x="93091" y="4228262"/>
                  </a:lnTo>
                  <a:lnTo>
                    <a:pt x="136118" y="4235475"/>
                  </a:lnTo>
                  <a:lnTo>
                    <a:pt x="179146" y="4228262"/>
                  </a:lnTo>
                  <a:lnTo>
                    <a:pt x="216509" y="4208195"/>
                  </a:lnTo>
                  <a:lnTo>
                    <a:pt x="245973" y="4177601"/>
                  </a:lnTo>
                  <a:lnTo>
                    <a:pt x="265303" y="4138790"/>
                  </a:lnTo>
                  <a:lnTo>
                    <a:pt x="272237" y="4094111"/>
                  </a:lnTo>
                  <a:close/>
                </a:path>
                <a:path w="12219940" h="4236084">
                  <a:moveTo>
                    <a:pt x="12219521" y="0"/>
                  </a:moveTo>
                  <a:lnTo>
                    <a:pt x="1832394" y="0"/>
                  </a:lnTo>
                  <a:lnTo>
                    <a:pt x="1832444" y="26174"/>
                  </a:lnTo>
                  <a:lnTo>
                    <a:pt x="1858365" y="29514"/>
                  </a:lnTo>
                  <a:lnTo>
                    <a:pt x="1832394" y="26174"/>
                  </a:lnTo>
                  <a:lnTo>
                    <a:pt x="1832394" y="52349"/>
                  </a:lnTo>
                  <a:lnTo>
                    <a:pt x="1832356" y="26174"/>
                  </a:lnTo>
                  <a:lnTo>
                    <a:pt x="1832394" y="0"/>
                  </a:lnTo>
                  <a:lnTo>
                    <a:pt x="1809381" y="0"/>
                  </a:lnTo>
                  <a:lnTo>
                    <a:pt x="1806435" y="22821"/>
                  </a:lnTo>
                  <a:lnTo>
                    <a:pt x="1633664" y="1363103"/>
                  </a:lnTo>
                  <a:lnTo>
                    <a:pt x="1685594" y="1369796"/>
                  </a:lnTo>
                  <a:lnTo>
                    <a:pt x="1855419" y="52349"/>
                  </a:lnTo>
                  <a:lnTo>
                    <a:pt x="12219521" y="52349"/>
                  </a:lnTo>
                  <a:lnTo>
                    <a:pt x="122195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68526" y="10010166"/>
              <a:ext cx="272415" cy="283210"/>
            </a:xfrm>
            <a:custGeom>
              <a:avLst/>
              <a:gdLst/>
              <a:ahLst/>
              <a:cxnLst/>
              <a:rect l="l" t="t" r="r" b="b"/>
              <a:pathLst>
                <a:path w="272414" h="283209">
                  <a:moveTo>
                    <a:pt x="136121" y="0"/>
                  </a:moveTo>
                  <a:lnTo>
                    <a:pt x="93096" y="7206"/>
                  </a:lnTo>
                  <a:lnTo>
                    <a:pt x="55729" y="27273"/>
                  </a:lnTo>
                  <a:lnTo>
                    <a:pt x="26263" y="57873"/>
                  </a:lnTo>
                  <a:lnTo>
                    <a:pt x="6939" y="96677"/>
                  </a:lnTo>
                  <a:lnTo>
                    <a:pt x="0" y="141356"/>
                  </a:lnTo>
                  <a:lnTo>
                    <a:pt x="6939" y="186036"/>
                  </a:lnTo>
                  <a:lnTo>
                    <a:pt x="26263" y="224840"/>
                  </a:lnTo>
                  <a:lnTo>
                    <a:pt x="55729" y="255440"/>
                  </a:lnTo>
                  <a:lnTo>
                    <a:pt x="93096" y="275507"/>
                  </a:lnTo>
                  <a:lnTo>
                    <a:pt x="136121" y="282713"/>
                  </a:lnTo>
                  <a:lnTo>
                    <a:pt x="179146" y="275507"/>
                  </a:lnTo>
                  <a:lnTo>
                    <a:pt x="216513" y="255440"/>
                  </a:lnTo>
                  <a:lnTo>
                    <a:pt x="245979" y="224840"/>
                  </a:lnTo>
                  <a:lnTo>
                    <a:pt x="265303" y="186036"/>
                  </a:lnTo>
                  <a:lnTo>
                    <a:pt x="272243" y="141356"/>
                  </a:lnTo>
                  <a:lnTo>
                    <a:pt x="265303" y="96677"/>
                  </a:lnTo>
                  <a:lnTo>
                    <a:pt x="245979" y="57873"/>
                  </a:lnTo>
                  <a:lnTo>
                    <a:pt x="216513" y="27273"/>
                  </a:lnTo>
                  <a:lnTo>
                    <a:pt x="179146" y="7206"/>
                  </a:lnTo>
                  <a:lnTo>
                    <a:pt x="136121" y="0"/>
                  </a:lnTo>
                  <a:close/>
                </a:path>
              </a:pathLst>
            </a:custGeom>
            <a:solidFill>
              <a:srgbClr val="BC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7744" y="7587726"/>
              <a:ext cx="5188931" cy="150624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4079" y="7130406"/>
              <a:ext cx="2753361" cy="2790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10659" y="7130406"/>
              <a:ext cx="3003144" cy="2790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47043" y="7737722"/>
              <a:ext cx="2643751" cy="2190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22621" y="1361215"/>
            <a:ext cx="3141345" cy="2345690"/>
          </a:xfrm>
          <a:custGeom>
            <a:avLst/>
            <a:gdLst/>
            <a:ahLst/>
            <a:cxnLst/>
            <a:rect l="l" t="t" r="r" b="b"/>
            <a:pathLst>
              <a:path w="3141344" h="2345690">
                <a:moveTo>
                  <a:pt x="3141265" y="0"/>
                </a:moveTo>
                <a:lnTo>
                  <a:pt x="0" y="0"/>
                </a:lnTo>
                <a:lnTo>
                  <a:pt x="0" y="2345478"/>
                </a:lnTo>
                <a:lnTo>
                  <a:pt x="3141265" y="2345478"/>
                </a:lnTo>
                <a:lnTo>
                  <a:pt x="314126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3706693"/>
            <a:ext cx="1885314" cy="2345690"/>
          </a:xfrm>
          <a:custGeom>
            <a:avLst/>
            <a:gdLst/>
            <a:ahLst/>
            <a:cxnLst/>
            <a:rect l="l" t="t" r="r" b="b"/>
            <a:pathLst>
              <a:path w="1885315" h="2345690">
                <a:moveTo>
                  <a:pt x="0" y="2345478"/>
                </a:moveTo>
                <a:lnTo>
                  <a:pt x="1884759" y="2345478"/>
                </a:lnTo>
                <a:lnTo>
                  <a:pt x="1884759" y="0"/>
                </a:lnTo>
                <a:lnTo>
                  <a:pt x="0" y="0"/>
                </a:lnTo>
                <a:lnTo>
                  <a:pt x="0" y="2345478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63888" y="8209174"/>
            <a:ext cx="3340735" cy="3099435"/>
          </a:xfrm>
          <a:custGeom>
            <a:avLst/>
            <a:gdLst/>
            <a:ahLst/>
            <a:cxnLst/>
            <a:rect l="l" t="t" r="r" b="b"/>
            <a:pathLst>
              <a:path w="3340734" h="3099434">
                <a:moveTo>
                  <a:pt x="0" y="0"/>
                </a:moveTo>
                <a:lnTo>
                  <a:pt x="3340212" y="0"/>
                </a:lnTo>
                <a:lnTo>
                  <a:pt x="3340212" y="3099382"/>
                </a:lnTo>
                <a:lnTo>
                  <a:pt x="0" y="30993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248" y="691078"/>
            <a:ext cx="1581103" cy="67013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63888" y="0"/>
            <a:ext cx="5151755" cy="3246120"/>
          </a:xfrm>
          <a:custGeom>
            <a:avLst/>
            <a:gdLst/>
            <a:ahLst/>
            <a:cxnLst/>
            <a:rect l="l" t="t" r="r" b="b"/>
            <a:pathLst>
              <a:path w="5151755" h="3246120">
                <a:moveTo>
                  <a:pt x="5151675" y="0"/>
                </a:moveTo>
                <a:lnTo>
                  <a:pt x="0" y="0"/>
                </a:lnTo>
                <a:lnTo>
                  <a:pt x="0" y="3245974"/>
                </a:lnTo>
                <a:lnTo>
                  <a:pt x="5151675" y="3245974"/>
                </a:lnTo>
                <a:lnTo>
                  <a:pt x="515167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0026" y="770658"/>
            <a:ext cx="7913370" cy="594995"/>
          </a:xfrm>
          <a:custGeom>
            <a:avLst/>
            <a:gdLst/>
            <a:ahLst/>
            <a:cxnLst/>
            <a:rect l="l" t="t" r="r" b="b"/>
            <a:pathLst>
              <a:path w="7913370" h="594994">
                <a:moveTo>
                  <a:pt x="71202" y="4188"/>
                </a:moveTo>
                <a:lnTo>
                  <a:pt x="0" y="4188"/>
                </a:lnTo>
                <a:lnTo>
                  <a:pt x="185962" y="594746"/>
                </a:lnTo>
                <a:lnTo>
                  <a:pt x="195177" y="590557"/>
                </a:lnTo>
                <a:lnTo>
                  <a:pt x="230796" y="500089"/>
                </a:lnTo>
                <a:lnTo>
                  <a:pt x="221145" y="500089"/>
                </a:lnTo>
                <a:lnTo>
                  <a:pt x="71202" y="4188"/>
                </a:lnTo>
                <a:close/>
              </a:path>
              <a:path w="7913370" h="594994">
                <a:moveTo>
                  <a:pt x="399967" y="243762"/>
                </a:moveTo>
                <a:lnTo>
                  <a:pt x="331717" y="243762"/>
                </a:lnTo>
                <a:lnTo>
                  <a:pt x="442290" y="594746"/>
                </a:lnTo>
                <a:lnTo>
                  <a:pt x="451504" y="590557"/>
                </a:lnTo>
                <a:lnTo>
                  <a:pt x="487088" y="500089"/>
                </a:lnTo>
                <a:lnTo>
                  <a:pt x="477472" y="500089"/>
                </a:lnTo>
                <a:lnTo>
                  <a:pt x="399967" y="243762"/>
                </a:lnTo>
                <a:close/>
              </a:path>
              <a:path w="7913370" h="594994">
                <a:moveTo>
                  <a:pt x="327529" y="4188"/>
                </a:moveTo>
                <a:lnTo>
                  <a:pt x="256327" y="4188"/>
                </a:lnTo>
                <a:lnTo>
                  <a:pt x="327529" y="230359"/>
                </a:lnTo>
                <a:lnTo>
                  <a:pt x="221145" y="500089"/>
                </a:lnTo>
                <a:lnTo>
                  <a:pt x="230796" y="500089"/>
                </a:lnTo>
                <a:lnTo>
                  <a:pt x="331717" y="243762"/>
                </a:lnTo>
                <a:lnTo>
                  <a:pt x="399967" y="243762"/>
                </a:lnTo>
                <a:lnTo>
                  <a:pt x="327529" y="4188"/>
                </a:lnTo>
                <a:close/>
              </a:path>
              <a:path w="7913370" h="594994">
                <a:moveTo>
                  <a:pt x="642493" y="4188"/>
                </a:moveTo>
                <a:lnTo>
                  <a:pt x="635792" y="9214"/>
                </a:lnTo>
                <a:lnTo>
                  <a:pt x="641289" y="16125"/>
                </a:lnTo>
                <a:lnTo>
                  <a:pt x="645215" y="24292"/>
                </a:lnTo>
                <a:lnTo>
                  <a:pt x="647571" y="33716"/>
                </a:lnTo>
                <a:lnTo>
                  <a:pt x="648357" y="44396"/>
                </a:lnTo>
                <a:lnTo>
                  <a:pt x="647781" y="55600"/>
                </a:lnTo>
                <a:lnTo>
                  <a:pt x="646053" y="66594"/>
                </a:lnTo>
                <a:lnTo>
                  <a:pt x="643174" y="77379"/>
                </a:lnTo>
                <a:lnTo>
                  <a:pt x="639142" y="87955"/>
                </a:lnTo>
                <a:lnTo>
                  <a:pt x="477472" y="500089"/>
                </a:lnTo>
                <a:lnTo>
                  <a:pt x="487088" y="500089"/>
                </a:lnTo>
                <a:lnTo>
                  <a:pt x="649194" y="87955"/>
                </a:lnTo>
                <a:lnTo>
                  <a:pt x="658409" y="45234"/>
                </a:lnTo>
                <a:lnTo>
                  <a:pt x="657414" y="33245"/>
                </a:lnTo>
                <a:lnTo>
                  <a:pt x="654430" y="22407"/>
                </a:lnTo>
                <a:lnTo>
                  <a:pt x="649456" y="12722"/>
                </a:lnTo>
                <a:lnTo>
                  <a:pt x="642493" y="4188"/>
                </a:lnTo>
                <a:close/>
              </a:path>
              <a:path w="7913370" h="594994">
                <a:moveTo>
                  <a:pt x="794700" y="4188"/>
                </a:moveTo>
                <a:lnTo>
                  <a:pt x="725174" y="4188"/>
                </a:lnTo>
                <a:lnTo>
                  <a:pt x="725174" y="590557"/>
                </a:lnTo>
                <a:lnTo>
                  <a:pt x="794700" y="590557"/>
                </a:lnTo>
                <a:lnTo>
                  <a:pt x="794700" y="282295"/>
                </a:lnTo>
                <a:lnTo>
                  <a:pt x="1136468" y="282295"/>
                </a:lnTo>
                <a:lnTo>
                  <a:pt x="1136468" y="273918"/>
                </a:lnTo>
                <a:lnTo>
                  <a:pt x="794700" y="273918"/>
                </a:lnTo>
                <a:lnTo>
                  <a:pt x="794700" y="4188"/>
                </a:lnTo>
                <a:close/>
              </a:path>
              <a:path w="7913370" h="594994">
                <a:moveTo>
                  <a:pt x="1136468" y="282295"/>
                </a:moveTo>
                <a:lnTo>
                  <a:pt x="1066941" y="282295"/>
                </a:lnTo>
                <a:lnTo>
                  <a:pt x="1066941" y="590557"/>
                </a:lnTo>
                <a:lnTo>
                  <a:pt x="1136468" y="590557"/>
                </a:lnTo>
                <a:lnTo>
                  <a:pt x="1136468" y="282295"/>
                </a:lnTo>
                <a:close/>
              </a:path>
              <a:path w="7913370" h="594994">
                <a:moveTo>
                  <a:pt x="1136468" y="4188"/>
                </a:moveTo>
                <a:lnTo>
                  <a:pt x="1066941" y="4188"/>
                </a:lnTo>
                <a:lnTo>
                  <a:pt x="1066941" y="273918"/>
                </a:lnTo>
                <a:lnTo>
                  <a:pt x="1136468" y="273918"/>
                </a:lnTo>
                <a:lnTo>
                  <a:pt x="1136468" y="4188"/>
                </a:lnTo>
                <a:close/>
              </a:path>
              <a:path w="7913370" h="594994">
                <a:moveTo>
                  <a:pt x="1454835" y="0"/>
                </a:moveTo>
                <a:lnTo>
                  <a:pt x="1445620" y="4188"/>
                </a:lnTo>
                <a:lnTo>
                  <a:pt x="1195157" y="590557"/>
                </a:lnTo>
                <a:lnTo>
                  <a:pt x="1205209" y="590557"/>
                </a:lnTo>
                <a:lnTo>
                  <a:pt x="1284788" y="406270"/>
                </a:lnTo>
                <a:lnTo>
                  <a:pt x="1600055" y="406270"/>
                </a:lnTo>
                <a:lnTo>
                  <a:pt x="1597061" y="397893"/>
                </a:lnTo>
                <a:lnTo>
                  <a:pt x="1288138" y="397893"/>
                </a:lnTo>
                <a:lnTo>
                  <a:pt x="1419653" y="94656"/>
                </a:lnTo>
                <a:lnTo>
                  <a:pt x="1488670" y="94656"/>
                </a:lnTo>
                <a:lnTo>
                  <a:pt x="1454835" y="0"/>
                </a:lnTo>
                <a:close/>
              </a:path>
              <a:path w="7913370" h="594994">
                <a:moveTo>
                  <a:pt x="1600055" y="406270"/>
                </a:moveTo>
                <a:lnTo>
                  <a:pt x="1529387" y="406270"/>
                </a:lnTo>
                <a:lnTo>
                  <a:pt x="1594726" y="590557"/>
                </a:lnTo>
                <a:lnTo>
                  <a:pt x="1665928" y="590557"/>
                </a:lnTo>
                <a:lnTo>
                  <a:pt x="1600055" y="406270"/>
                </a:lnTo>
                <a:close/>
              </a:path>
              <a:path w="7913370" h="594994">
                <a:moveTo>
                  <a:pt x="1871785" y="12565"/>
                </a:moveTo>
                <a:lnTo>
                  <a:pt x="1802259" y="12565"/>
                </a:lnTo>
                <a:lnTo>
                  <a:pt x="1802259" y="590557"/>
                </a:lnTo>
                <a:lnTo>
                  <a:pt x="1871785" y="590557"/>
                </a:lnTo>
                <a:lnTo>
                  <a:pt x="1871785" y="12565"/>
                </a:lnTo>
                <a:close/>
              </a:path>
              <a:path w="7913370" h="594994">
                <a:moveTo>
                  <a:pt x="1488670" y="94656"/>
                </a:moveTo>
                <a:lnTo>
                  <a:pt x="1419653" y="94656"/>
                </a:lnTo>
                <a:lnTo>
                  <a:pt x="1526874" y="397893"/>
                </a:lnTo>
                <a:lnTo>
                  <a:pt x="1597061" y="397893"/>
                </a:lnTo>
                <a:lnTo>
                  <a:pt x="1488670" y="94656"/>
                </a:lnTo>
                <a:close/>
              </a:path>
              <a:path w="7913370" h="594994">
                <a:moveTo>
                  <a:pt x="2017540" y="4188"/>
                </a:moveTo>
                <a:lnTo>
                  <a:pt x="1657342" y="4188"/>
                </a:lnTo>
                <a:lnTo>
                  <a:pt x="1657342" y="12565"/>
                </a:lnTo>
                <a:lnTo>
                  <a:pt x="2017540" y="12565"/>
                </a:lnTo>
                <a:lnTo>
                  <a:pt x="2017540" y="4188"/>
                </a:lnTo>
                <a:close/>
              </a:path>
              <a:path w="7913370" h="594994">
                <a:moveTo>
                  <a:pt x="2448155" y="4188"/>
                </a:moveTo>
                <a:lnTo>
                  <a:pt x="2420512" y="4188"/>
                </a:lnTo>
                <a:lnTo>
                  <a:pt x="2347635" y="590557"/>
                </a:lnTo>
                <a:lnTo>
                  <a:pt x="2358525" y="590557"/>
                </a:lnTo>
                <a:lnTo>
                  <a:pt x="2414648" y="127325"/>
                </a:lnTo>
                <a:lnTo>
                  <a:pt x="2488123" y="127325"/>
                </a:lnTo>
                <a:lnTo>
                  <a:pt x="2448155" y="4188"/>
                </a:lnTo>
                <a:close/>
              </a:path>
              <a:path w="7913370" h="594994">
                <a:moveTo>
                  <a:pt x="2488123" y="127325"/>
                </a:moveTo>
                <a:lnTo>
                  <a:pt x="2414648" y="127325"/>
                </a:lnTo>
                <a:lnTo>
                  <a:pt x="2567942" y="590557"/>
                </a:lnTo>
                <a:lnTo>
                  <a:pt x="2620716" y="590557"/>
                </a:lnTo>
                <a:lnTo>
                  <a:pt x="2635065" y="546161"/>
                </a:lnTo>
                <a:lnTo>
                  <a:pt x="2624066" y="546161"/>
                </a:lnTo>
                <a:lnTo>
                  <a:pt x="2488123" y="127325"/>
                </a:lnTo>
                <a:close/>
              </a:path>
              <a:path w="7913370" h="594994">
                <a:moveTo>
                  <a:pt x="2841358" y="121462"/>
                </a:moveTo>
                <a:lnTo>
                  <a:pt x="2772334" y="121462"/>
                </a:lnTo>
                <a:lnTo>
                  <a:pt x="2830133" y="590557"/>
                </a:lnTo>
                <a:lnTo>
                  <a:pt x="2899660" y="590557"/>
                </a:lnTo>
                <a:lnTo>
                  <a:pt x="2841358" y="121462"/>
                </a:lnTo>
                <a:close/>
              </a:path>
              <a:path w="7913370" h="594994">
                <a:moveTo>
                  <a:pt x="2826783" y="4188"/>
                </a:moveTo>
                <a:lnTo>
                  <a:pt x="2799139" y="4188"/>
                </a:lnTo>
                <a:lnTo>
                  <a:pt x="2624066" y="546161"/>
                </a:lnTo>
                <a:lnTo>
                  <a:pt x="2635065" y="546161"/>
                </a:lnTo>
                <a:lnTo>
                  <a:pt x="2772334" y="121462"/>
                </a:lnTo>
                <a:lnTo>
                  <a:pt x="2841358" y="121462"/>
                </a:lnTo>
                <a:lnTo>
                  <a:pt x="2826783" y="4188"/>
                </a:lnTo>
                <a:close/>
              </a:path>
              <a:path w="7913370" h="594994">
                <a:moveTo>
                  <a:pt x="3243063" y="0"/>
                </a:moveTo>
                <a:lnTo>
                  <a:pt x="3233849" y="4188"/>
                </a:lnTo>
                <a:lnTo>
                  <a:pt x="2983385" y="590557"/>
                </a:lnTo>
                <a:lnTo>
                  <a:pt x="2993437" y="590557"/>
                </a:lnTo>
                <a:lnTo>
                  <a:pt x="3073016" y="406270"/>
                </a:lnTo>
                <a:lnTo>
                  <a:pt x="3388283" y="406270"/>
                </a:lnTo>
                <a:lnTo>
                  <a:pt x="3385289" y="397893"/>
                </a:lnTo>
                <a:lnTo>
                  <a:pt x="3076367" y="397893"/>
                </a:lnTo>
                <a:lnTo>
                  <a:pt x="3207881" y="94656"/>
                </a:lnTo>
                <a:lnTo>
                  <a:pt x="3276898" y="94656"/>
                </a:lnTo>
                <a:lnTo>
                  <a:pt x="3243063" y="0"/>
                </a:lnTo>
                <a:close/>
              </a:path>
              <a:path w="7913370" h="594994">
                <a:moveTo>
                  <a:pt x="3388283" y="406270"/>
                </a:moveTo>
                <a:lnTo>
                  <a:pt x="3317616" y="406270"/>
                </a:lnTo>
                <a:lnTo>
                  <a:pt x="3382954" y="590557"/>
                </a:lnTo>
                <a:lnTo>
                  <a:pt x="3454156" y="590557"/>
                </a:lnTo>
                <a:lnTo>
                  <a:pt x="3388283" y="406270"/>
                </a:lnTo>
                <a:close/>
              </a:path>
              <a:path w="7913370" h="594994">
                <a:moveTo>
                  <a:pt x="3276898" y="94656"/>
                </a:moveTo>
                <a:lnTo>
                  <a:pt x="3207881" y="94656"/>
                </a:lnTo>
                <a:lnTo>
                  <a:pt x="3315103" y="397893"/>
                </a:lnTo>
                <a:lnTo>
                  <a:pt x="3385289" y="397893"/>
                </a:lnTo>
                <a:lnTo>
                  <a:pt x="3276898" y="94656"/>
                </a:lnTo>
                <a:close/>
              </a:path>
              <a:path w="7913370" h="594994">
                <a:moveTo>
                  <a:pt x="3701520" y="4188"/>
                </a:moveTo>
                <a:lnTo>
                  <a:pt x="3662834" y="4607"/>
                </a:lnTo>
                <a:lnTo>
                  <a:pt x="3621317" y="5863"/>
                </a:lnTo>
                <a:lnTo>
                  <a:pt x="3576972" y="7958"/>
                </a:lnTo>
                <a:lnTo>
                  <a:pt x="3529798" y="10889"/>
                </a:lnTo>
                <a:lnTo>
                  <a:pt x="3529798" y="590557"/>
                </a:lnTo>
                <a:lnTo>
                  <a:pt x="3599324" y="590557"/>
                </a:lnTo>
                <a:lnTo>
                  <a:pt x="3599324" y="313289"/>
                </a:lnTo>
                <a:lnTo>
                  <a:pt x="3784919" y="313289"/>
                </a:lnTo>
                <a:lnTo>
                  <a:pt x="3781937" y="308263"/>
                </a:lnTo>
                <a:lnTo>
                  <a:pt x="3793323" y="304912"/>
                </a:lnTo>
                <a:lnTo>
                  <a:pt x="3599324" y="304912"/>
                </a:lnTo>
                <a:lnTo>
                  <a:pt x="3599324" y="18428"/>
                </a:lnTo>
                <a:lnTo>
                  <a:pt x="3625819" y="15863"/>
                </a:lnTo>
                <a:lnTo>
                  <a:pt x="3651683" y="14031"/>
                </a:lnTo>
                <a:lnTo>
                  <a:pt x="3676916" y="12931"/>
                </a:lnTo>
                <a:lnTo>
                  <a:pt x="3701520" y="12565"/>
                </a:lnTo>
                <a:lnTo>
                  <a:pt x="3785121" y="12565"/>
                </a:lnTo>
                <a:lnTo>
                  <a:pt x="3764744" y="8027"/>
                </a:lnTo>
                <a:lnTo>
                  <a:pt x="3701520" y="4188"/>
                </a:lnTo>
                <a:close/>
              </a:path>
              <a:path w="7913370" h="594994">
                <a:moveTo>
                  <a:pt x="3784919" y="313289"/>
                </a:moveTo>
                <a:lnTo>
                  <a:pt x="3707384" y="313289"/>
                </a:lnTo>
                <a:lnTo>
                  <a:pt x="3871567" y="590557"/>
                </a:lnTo>
                <a:lnTo>
                  <a:pt x="3949471" y="590557"/>
                </a:lnTo>
                <a:lnTo>
                  <a:pt x="3784919" y="313289"/>
                </a:lnTo>
                <a:close/>
              </a:path>
              <a:path w="7913370" h="594994">
                <a:moveTo>
                  <a:pt x="3785121" y="12565"/>
                </a:moveTo>
                <a:lnTo>
                  <a:pt x="3701520" y="12565"/>
                </a:lnTo>
                <a:lnTo>
                  <a:pt x="3734139" y="14711"/>
                </a:lnTo>
                <a:lnTo>
                  <a:pt x="3762462" y="21151"/>
                </a:lnTo>
                <a:lnTo>
                  <a:pt x="3806229" y="46909"/>
                </a:lnTo>
                <a:lnTo>
                  <a:pt x="3832616" y="87955"/>
                </a:lnTo>
                <a:lnTo>
                  <a:pt x="3841411" y="144079"/>
                </a:lnTo>
                <a:lnTo>
                  <a:pt x="3836687" y="200370"/>
                </a:lnTo>
                <a:lnTo>
                  <a:pt x="3822513" y="244599"/>
                </a:lnTo>
                <a:lnTo>
                  <a:pt x="3798891" y="276766"/>
                </a:lnTo>
                <a:lnTo>
                  <a:pt x="3765820" y="296870"/>
                </a:lnTo>
                <a:lnTo>
                  <a:pt x="3723300" y="304912"/>
                </a:lnTo>
                <a:lnTo>
                  <a:pt x="3793323" y="304912"/>
                </a:lnTo>
                <a:lnTo>
                  <a:pt x="3841205" y="285436"/>
                </a:lnTo>
                <a:lnTo>
                  <a:pt x="3879944" y="247112"/>
                </a:lnTo>
                <a:lnTo>
                  <a:pt x="3901307" y="197900"/>
                </a:lnTo>
                <a:lnTo>
                  <a:pt x="3908425" y="142404"/>
                </a:lnTo>
                <a:lnTo>
                  <a:pt x="3902678" y="100171"/>
                </a:lnTo>
                <a:lnTo>
                  <a:pt x="3885437" y="65617"/>
                </a:lnTo>
                <a:lnTo>
                  <a:pt x="3856701" y="38742"/>
                </a:lnTo>
                <a:lnTo>
                  <a:pt x="3816470" y="19545"/>
                </a:lnTo>
                <a:lnTo>
                  <a:pt x="3785121" y="12565"/>
                </a:lnTo>
                <a:close/>
              </a:path>
              <a:path w="7913370" h="594994">
                <a:moveTo>
                  <a:pt x="4102419" y="4188"/>
                </a:moveTo>
                <a:lnTo>
                  <a:pt x="4032892" y="4188"/>
                </a:lnTo>
                <a:lnTo>
                  <a:pt x="4032892" y="590557"/>
                </a:lnTo>
                <a:lnTo>
                  <a:pt x="4102419" y="590557"/>
                </a:lnTo>
                <a:lnTo>
                  <a:pt x="4102419" y="389517"/>
                </a:lnTo>
                <a:lnTo>
                  <a:pt x="4113375" y="374439"/>
                </a:lnTo>
                <a:lnTo>
                  <a:pt x="4102419" y="374439"/>
                </a:lnTo>
                <a:lnTo>
                  <a:pt x="4102419" y="4188"/>
                </a:lnTo>
                <a:close/>
              </a:path>
              <a:path w="7913370" h="594994">
                <a:moveTo>
                  <a:pt x="4264483" y="273080"/>
                </a:moveTo>
                <a:lnTo>
                  <a:pt x="4187024" y="273080"/>
                </a:lnTo>
                <a:lnTo>
                  <a:pt x="4374662" y="590557"/>
                </a:lnTo>
                <a:lnTo>
                  <a:pt x="4452565" y="590557"/>
                </a:lnTo>
                <a:lnTo>
                  <a:pt x="4264483" y="273080"/>
                </a:lnTo>
                <a:close/>
              </a:path>
              <a:path w="7913370" h="594994">
                <a:moveTo>
                  <a:pt x="4372987" y="4188"/>
                </a:moveTo>
                <a:lnTo>
                  <a:pt x="4102419" y="374439"/>
                </a:lnTo>
                <a:lnTo>
                  <a:pt x="4113375" y="374439"/>
                </a:lnTo>
                <a:lnTo>
                  <a:pt x="4187024" y="273080"/>
                </a:lnTo>
                <a:lnTo>
                  <a:pt x="4264483" y="273080"/>
                </a:lnTo>
                <a:lnTo>
                  <a:pt x="4229745" y="214443"/>
                </a:lnTo>
                <a:lnTo>
                  <a:pt x="4379688" y="10052"/>
                </a:lnTo>
                <a:lnTo>
                  <a:pt x="4372987" y="4188"/>
                </a:lnTo>
                <a:close/>
              </a:path>
              <a:path w="7913370" h="594994">
                <a:moveTo>
                  <a:pt x="4861202" y="4188"/>
                </a:moveTo>
                <a:lnTo>
                  <a:pt x="4527809" y="4188"/>
                </a:lnTo>
                <a:lnTo>
                  <a:pt x="4527809" y="590557"/>
                </a:lnTo>
                <a:lnTo>
                  <a:pt x="4879631" y="590557"/>
                </a:lnTo>
                <a:lnTo>
                  <a:pt x="4879631" y="582181"/>
                </a:lnTo>
                <a:lnTo>
                  <a:pt x="4597336" y="582181"/>
                </a:lnTo>
                <a:lnTo>
                  <a:pt x="4597336" y="272243"/>
                </a:lnTo>
                <a:lnTo>
                  <a:pt x="4841936" y="272243"/>
                </a:lnTo>
                <a:lnTo>
                  <a:pt x="4841936" y="263866"/>
                </a:lnTo>
                <a:lnTo>
                  <a:pt x="4597336" y="263866"/>
                </a:lnTo>
                <a:lnTo>
                  <a:pt x="4597336" y="12565"/>
                </a:lnTo>
                <a:lnTo>
                  <a:pt x="4861202" y="12565"/>
                </a:lnTo>
                <a:lnTo>
                  <a:pt x="4861202" y="4188"/>
                </a:lnTo>
                <a:close/>
              </a:path>
              <a:path w="7913370" h="594994">
                <a:moveTo>
                  <a:pt x="5148848" y="12565"/>
                </a:moveTo>
                <a:lnTo>
                  <a:pt x="5079321" y="12565"/>
                </a:lnTo>
                <a:lnTo>
                  <a:pt x="5079321" y="590557"/>
                </a:lnTo>
                <a:lnTo>
                  <a:pt x="5148848" y="590557"/>
                </a:lnTo>
                <a:lnTo>
                  <a:pt x="5148848" y="12565"/>
                </a:lnTo>
                <a:close/>
              </a:path>
              <a:path w="7913370" h="594994">
                <a:moveTo>
                  <a:pt x="5294603" y="4188"/>
                </a:moveTo>
                <a:lnTo>
                  <a:pt x="4934404" y="4188"/>
                </a:lnTo>
                <a:lnTo>
                  <a:pt x="4934404" y="12565"/>
                </a:lnTo>
                <a:lnTo>
                  <a:pt x="5294603" y="12565"/>
                </a:lnTo>
                <a:lnTo>
                  <a:pt x="5294603" y="4188"/>
                </a:lnTo>
                <a:close/>
              </a:path>
              <a:path w="7913370" h="594994">
                <a:moveTo>
                  <a:pt x="5603756" y="533596"/>
                </a:moveTo>
                <a:lnTo>
                  <a:pt x="5637891" y="562653"/>
                </a:lnTo>
                <a:lnTo>
                  <a:pt x="5679984" y="578621"/>
                </a:lnTo>
                <a:lnTo>
                  <a:pt x="5725846" y="588202"/>
                </a:lnTo>
                <a:lnTo>
                  <a:pt x="5775478" y="591395"/>
                </a:lnTo>
                <a:lnTo>
                  <a:pt x="5802232" y="590610"/>
                </a:lnTo>
                <a:lnTo>
                  <a:pt x="5827206" y="588254"/>
                </a:lnTo>
                <a:lnTo>
                  <a:pt x="5850399" y="584327"/>
                </a:lnTo>
                <a:lnTo>
                  <a:pt x="5855497" y="583018"/>
                </a:lnTo>
                <a:lnTo>
                  <a:pt x="5765426" y="583018"/>
                </a:lnTo>
                <a:lnTo>
                  <a:pt x="5742497" y="582181"/>
                </a:lnTo>
                <a:lnTo>
                  <a:pt x="5697263" y="575480"/>
                </a:lnTo>
                <a:lnTo>
                  <a:pt x="5654174" y="562025"/>
                </a:lnTo>
                <a:lnTo>
                  <a:pt x="5618572" y="544015"/>
                </a:lnTo>
                <a:lnTo>
                  <a:pt x="5603756" y="533596"/>
                </a:lnTo>
                <a:close/>
              </a:path>
              <a:path w="7913370" h="594994">
                <a:moveTo>
                  <a:pt x="5772965" y="2513"/>
                </a:moveTo>
                <a:lnTo>
                  <a:pt x="5734483" y="4921"/>
                </a:lnTo>
                <a:lnTo>
                  <a:pt x="5672914" y="24187"/>
                </a:lnTo>
                <a:lnTo>
                  <a:pt x="5631871" y="61359"/>
                </a:lnTo>
                <a:lnTo>
                  <a:pt x="5611347" y="110782"/>
                </a:lnTo>
                <a:lnTo>
                  <a:pt x="5608782" y="139891"/>
                </a:lnTo>
                <a:lnTo>
                  <a:pt x="5612761" y="176225"/>
                </a:lnTo>
                <a:lnTo>
                  <a:pt x="5644594" y="235699"/>
                </a:lnTo>
                <a:lnTo>
                  <a:pt x="5687050" y="268264"/>
                </a:lnTo>
                <a:lnTo>
                  <a:pt x="5735270" y="294022"/>
                </a:lnTo>
                <a:lnTo>
                  <a:pt x="5819929" y="330618"/>
                </a:lnTo>
                <a:lnTo>
                  <a:pt x="5836002" y="338209"/>
                </a:lnTo>
                <a:lnTo>
                  <a:pt x="5893798" y="375014"/>
                </a:lnTo>
                <a:lnTo>
                  <a:pt x="5925630" y="427369"/>
                </a:lnTo>
                <a:lnTo>
                  <a:pt x="5929610" y="459043"/>
                </a:lnTo>
                <a:lnTo>
                  <a:pt x="5926572" y="487786"/>
                </a:lnTo>
                <a:lnTo>
                  <a:pt x="5902279" y="534277"/>
                </a:lnTo>
                <a:lnTo>
                  <a:pt x="5855894" y="565585"/>
                </a:lnTo>
                <a:lnTo>
                  <a:pt x="5798095" y="581081"/>
                </a:lnTo>
                <a:lnTo>
                  <a:pt x="5765426" y="583018"/>
                </a:lnTo>
                <a:lnTo>
                  <a:pt x="5855497" y="583018"/>
                </a:lnTo>
                <a:lnTo>
                  <a:pt x="5891968" y="570663"/>
                </a:lnTo>
                <a:lnTo>
                  <a:pt x="5927567" y="545533"/>
                </a:lnTo>
                <a:lnTo>
                  <a:pt x="5955841" y="509199"/>
                </a:lnTo>
                <a:lnTo>
                  <a:pt x="5970499" y="464802"/>
                </a:lnTo>
                <a:lnTo>
                  <a:pt x="5972331" y="439777"/>
                </a:lnTo>
                <a:lnTo>
                  <a:pt x="5971231" y="414594"/>
                </a:lnTo>
                <a:lnTo>
                  <a:pt x="5962436" y="371454"/>
                </a:lnTo>
                <a:lnTo>
                  <a:pt x="5945263" y="337267"/>
                </a:lnTo>
                <a:lnTo>
                  <a:pt x="5908668" y="299886"/>
                </a:lnTo>
                <a:lnTo>
                  <a:pt x="5862650" y="273342"/>
                </a:lnTo>
                <a:lnTo>
                  <a:pt x="5811498" y="251301"/>
                </a:lnTo>
                <a:lnTo>
                  <a:pt x="5777153" y="238736"/>
                </a:lnTo>
                <a:lnTo>
                  <a:pt x="5760715" y="232348"/>
                </a:lnTo>
                <a:lnTo>
                  <a:pt x="5715166" y="211930"/>
                </a:lnTo>
                <a:lnTo>
                  <a:pt x="5667420" y="171513"/>
                </a:lnTo>
                <a:lnTo>
                  <a:pt x="5651503" y="117273"/>
                </a:lnTo>
                <a:lnTo>
                  <a:pt x="5653859" y="93505"/>
                </a:lnTo>
                <a:lnTo>
                  <a:pt x="5672706" y="54134"/>
                </a:lnTo>
                <a:lnTo>
                  <a:pt x="5709878" y="26072"/>
                </a:lnTo>
                <a:lnTo>
                  <a:pt x="5762231" y="11832"/>
                </a:lnTo>
                <a:lnTo>
                  <a:pt x="5793907" y="10052"/>
                </a:lnTo>
                <a:lnTo>
                  <a:pt x="5858510" y="10052"/>
                </a:lnTo>
                <a:lnTo>
                  <a:pt x="5856523" y="9633"/>
                </a:lnTo>
                <a:lnTo>
                  <a:pt x="5814587" y="4293"/>
                </a:lnTo>
                <a:lnTo>
                  <a:pt x="5772965" y="2513"/>
                </a:lnTo>
                <a:close/>
              </a:path>
              <a:path w="7913370" h="594994">
                <a:moveTo>
                  <a:pt x="5858510" y="10052"/>
                </a:moveTo>
                <a:lnTo>
                  <a:pt x="5793907" y="10052"/>
                </a:lnTo>
                <a:lnTo>
                  <a:pt x="5828357" y="11884"/>
                </a:lnTo>
                <a:lnTo>
                  <a:pt x="5863854" y="17381"/>
                </a:lnTo>
                <a:lnTo>
                  <a:pt x="5900397" y="26543"/>
                </a:lnTo>
                <a:lnTo>
                  <a:pt x="5937986" y="39370"/>
                </a:lnTo>
                <a:lnTo>
                  <a:pt x="5941337" y="30993"/>
                </a:lnTo>
                <a:lnTo>
                  <a:pt x="5898773" y="18533"/>
                </a:lnTo>
                <a:lnTo>
                  <a:pt x="5858510" y="10052"/>
                </a:lnTo>
                <a:close/>
              </a:path>
              <a:path w="7913370" h="594994">
                <a:moveTo>
                  <a:pt x="6286164" y="0"/>
                </a:moveTo>
                <a:lnTo>
                  <a:pt x="6276950" y="4188"/>
                </a:lnTo>
                <a:lnTo>
                  <a:pt x="6026486" y="590557"/>
                </a:lnTo>
                <a:lnTo>
                  <a:pt x="6036538" y="590557"/>
                </a:lnTo>
                <a:lnTo>
                  <a:pt x="6116117" y="406270"/>
                </a:lnTo>
                <a:lnTo>
                  <a:pt x="6431384" y="406270"/>
                </a:lnTo>
                <a:lnTo>
                  <a:pt x="6428390" y="397893"/>
                </a:lnTo>
                <a:lnTo>
                  <a:pt x="6119468" y="397893"/>
                </a:lnTo>
                <a:lnTo>
                  <a:pt x="6250982" y="94656"/>
                </a:lnTo>
                <a:lnTo>
                  <a:pt x="6319999" y="94656"/>
                </a:lnTo>
                <a:lnTo>
                  <a:pt x="6286164" y="0"/>
                </a:lnTo>
                <a:close/>
              </a:path>
              <a:path w="7913370" h="594994">
                <a:moveTo>
                  <a:pt x="6431384" y="406270"/>
                </a:moveTo>
                <a:lnTo>
                  <a:pt x="6360717" y="406270"/>
                </a:lnTo>
                <a:lnTo>
                  <a:pt x="6426055" y="590557"/>
                </a:lnTo>
                <a:lnTo>
                  <a:pt x="6497257" y="590557"/>
                </a:lnTo>
                <a:lnTo>
                  <a:pt x="6431384" y="406270"/>
                </a:lnTo>
                <a:close/>
              </a:path>
              <a:path w="7913370" h="594994">
                <a:moveTo>
                  <a:pt x="6559884" y="4188"/>
                </a:moveTo>
                <a:lnTo>
                  <a:pt x="6488682" y="4188"/>
                </a:lnTo>
                <a:lnTo>
                  <a:pt x="6656216" y="410458"/>
                </a:lnTo>
                <a:lnTo>
                  <a:pt x="6656216" y="590557"/>
                </a:lnTo>
                <a:lnTo>
                  <a:pt x="6725732" y="590557"/>
                </a:lnTo>
                <a:lnTo>
                  <a:pt x="6725732" y="392030"/>
                </a:lnTo>
                <a:lnTo>
                  <a:pt x="6730689" y="381978"/>
                </a:lnTo>
                <a:lnTo>
                  <a:pt x="6719868" y="381978"/>
                </a:lnTo>
                <a:lnTo>
                  <a:pt x="6559884" y="4188"/>
                </a:lnTo>
                <a:close/>
              </a:path>
              <a:path w="7913370" h="594994">
                <a:moveTo>
                  <a:pt x="6319999" y="94656"/>
                </a:moveTo>
                <a:lnTo>
                  <a:pt x="6250982" y="94656"/>
                </a:lnTo>
                <a:lnTo>
                  <a:pt x="6358204" y="397893"/>
                </a:lnTo>
                <a:lnTo>
                  <a:pt x="6428390" y="397893"/>
                </a:lnTo>
                <a:lnTo>
                  <a:pt x="6319999" y="94656"/>
                </a:lnTo>
                <a:close/>
              </a:path>
              <a:path w="7913370" h="594994">
                <a:moveTo>
                  <a:pt x="6868984" y="4188"/>
                </a:moveTo>
                <a:lnTo>
                  <a:pt x="6862283" y="9214"/>
                </a:lnTo>
                <a:lnTo>
                  <a:pt x="6867780" y="16125"/>
                </a:lnTo>
                <a:lnTo>
                  <a:pt x="6871706" y="24292"/>
                </a:lnTo>
                <a:lnTo>
                  <a:pt x="6874062" y="33716"/>
                </a:lnTo>
                <a:lnTo>
                  <a:pt x="6874848" y="44396"/>
                </a:lnTo>
                <a:lnTo>
                  <a:pt x="6874271" y="55600"/>
                </a:lnTo>
                <a:lnTo>
                  <a:pt x="6872542" y="66594"/>
                </a:lnTo>
                <a:lnTo>
                  <a:pt x="6869662" y="77379"/>
                </a:lnTo>
                <a:lnTo>
                  <a:pt x="6865633" y="87955"/>
                </a:lnTo>
                <a:lnTo>
                  <a:pt x="6719868" y="381978"/>
                </a:lnTo>
                <a:lnTo>
                  <a:pt x="6730689" y="381978"/>
                </a:lnTo>
                <a:lnTo>
                  <a:pt x="6875675" y="87955"/>
                </a:lnTo>
                <a:lnTo>
                  <a:pt x="6884889" y="45234"/>
                </a:lnTo>
                <a:lnTo>
                  <a:pt x="6883896" y="33245"/>
                </a:lnTo>
                <a:lnTo>
                  <a:pt x="6880914" y="22407"/>
                </a:lnTo>
                <a:lnTo>
                  <a:pt x="6875944" y="12722"/>
                </a:lnTo>
                <a:lnTo>
                  <a:pt x="6868984" y="4188"/>
                </a:lnTo>
                <a:close/>
              </a:path>
              <a:path w="7913370" h="594994">
                <a:moveTo>
                  <a:pt x="6943704" y="533596"/>
                </a:moveTo>
                <a:lnTo>
                  <a:pt x="6977839" y="562653"/>
                </a:lnTo>
                <a:lnTo>
                  <a:pt x="7019932" y="578621"/>
                </a:lnTo>
                <a:lnTo>
                  <a:pt x="7065795" y="588202"/>
                </a:lnTo>
                <a:lnTo>
                  <a:pt x="7115427" y="591395"/>
                </a:lnTo>
                <a:lnTo>
                  <a:pt x="7142179" y="590610"/>
                </a:lnTo>
                <a:lnTo>
                  <a:pt x="7167150" y="588254"/>
                </a:lnTo>
                <a:lnTo>
                  <a:pt x="7190343" y="584327"/>
                </a:lnTo>
                <a:lnTo>
                  <a:pt x="7195442" y="583018"/>
                </a:lnTo>
                <a:lnTo>
                  <a:pt x="7105375" y="583018"/>
                </a:lnTo>
                <a:lnTo>
                  <a:pt x="7082440" y="582181"/>
                </a:lnTo>
                <a:lnTo>
                  <a:pt x="7037205" y="575480"/>
                </a:lnTo>
                <a:lnTo>
                  <a:pt x="6994119" y="562025"/>
                </a:lnTo>
                <a:lnTo>
                  <a:pt x="6958520" y="544015"/>
                </a:lnTo>
                <a:lnTo>
                  <a:pt x="6943704" y="533596"/>
                </a:lnTo>
                <a:close/>
              </a:path>
              <a:path w="7913370" h="594994">
                <a:moveTo>
                  <a:pt x="7112914" y="2513"/>
                </a:moveTo>
                <a:lnTo>
                  <a:pt x="7074431" y="4921"/>
                </a:lnTo>
                <a:lnTo>
                  <a:pt x="7012863" y="24187"/>
                </a:lnTo>
                <a:lnTo>
                  <a:pt x="6971816" y="61359"/>
                </a:lnTo>
                <a:lnTo>
                  <a:pt x="6951295" y="110782"/>
                </a:lnTo>
                <a:lnTo>
                  <a:pt x="6948730" y="139891"/>
                </a:lnTo>
                <a:lnTo>
                  <a:pt x="6952708" y="176225"/>
                </a:lnTo>
                <a:lnTo>
                  <a:pt x="6984538" y="235699"/>
                </a:lnTo>
                <a:lnTo>
                  <a:pt x="7026998" y="268264"/>
                </a:lnTo>
                <a:lnTo>
                  <a:pt x="7075219" y="294022"/>
                </a:lnTo>
                <a:lnTo>
                  <a:pt x="7159872" y="330618"/>
                </a:lnTo>
                <a:lnTo>
                  <a:pt x="7175943" y="338209"/>
                </a:lnTo>
                <a:lnTo>
                  <a:pt x="7233746" y="375014"/>
                </a:lnTo>
                <a:lnTo>
                  <a:pt x="7265579" y="427369"/>
                </a:lnTo>
                <a:lnTo>
                  <a:pt x="7269558" y="459043"/>
                </a:lnTo>
                <a:lnTo>
                  <a:pt x="7266521" y="487786"/>
                </a:lnTo>
                <a:lnTo>
                  <a:pt x="7242228" y="534277"/>
                </a:lnTo>
                <a:lnTo>
                  <a:pt x="7195843" y="565585"/>
                </a:lnTo>
                <a:lnTo>
                  <a:pt x="7138044" y="581081"/>
                </a:lnTo>
                <a:lnTo>
                  <a:pt x="7105375" y="583018"/>
                </a:lnTo>
                <a:lnTo>
                  <a:pt x="7195442" y="583018"/>
                </a:lnTo>
                <a:lnTo>
                  <a:pt x="7231912" y="570663"/>
                </a:lnTo>
                <a:lnTo>
                  <a:pt x="7267514" y="545533"/>
                </a:lnTo>
                <a:lnTo>
                  <a:pt x="7295785" y="509199"/>
                </a:lnTo>
                <a:lnTo>
                  <a:pt x="7310446" y="464802"/>
                </a:lnTo>
                <a:lnTo>
                  <a:pt x="7312279" y="439777"/>
                </a:lnTo>
                <a:lnTo>
                  <a:pt x="7311180" y="414594"/>
                </a:lnTo>
                <a:lnTo>
                  <a:pt x="7302384" y="371454"/>
                </a:lnTo>
                <a:lnTo>
                  <a:pt x="7285212" y="337267"/>
                </a:lnTo>
                <a:lnTo>
                  <a:pt x="7248616" y="299886"/>
                </a:lnTo>
                <a:lnTo>
                  <a:pt x="7202593" y="273342"/>
                </a:lnTo>
                <a:lnTo>
                  <a:pt x="7151443" y="251301"/>
                </a:lnTo>
                <a:lnTo>
                  <a:pt x="7117102" y="238736"/>
                </a:lnTo>
                <a:lnTo>
                  <a:pt x="7100659" y="232348"/>
                </a:lnTo>
                <a:lnTo>
                  <a:pt x="7055115" y="211930"/>
                </a:lnTo>
                <a:lnTo>
                  <a:pt x="7007365" y="171513"/>
                </a:lnTo>
                <a:lnTo>
                  <a:pt x="6991452" y="117273"/>
                </a:lnTo>
                <a:lnTo>
                  <a:pt x="6993807" y="93505"/>
                </a:lnTo>
                <a:lnTo>
                  <a:pt x="7012655" y="54134"/>
                </a:lnTo>
                <a:lnTo>
                  <a:pt x="7049826" y="26072"/>
                </a:lnTo>
                <a:lnTo>
                  <a:pt x="7102180" y="11832"/>
                </a:lnTo>
                <a:lnTo>
                  <a:pt x="7133856" y="10052"/>
                </a:lnTo>
                <a:lnTo>
                  <a:pt x="7198459" y="10052"/>
                </a:lnTo>
                <a:lnTo>
                  <a:pt x="7196471" y="9633"/>
                </a:lnTo>
                <a:lnTo>
                  <a:pt x="7154536" y="4293"/>
                </a:lnTo>
                <a:lnTo>
                  <a:pt x="7112914" y="2513"/>
                </a:lnTo>
                <a:close/>
              </a:path>
              <a:path w="7913370" h="594994">
                <a:moveTo>
                  <a:pt x="7198459" y="10052"/>
                </a:moveTo>
                <a:lnTo>
                  <a:pt x="7133856" y="10052"/>
                </a:lnTo>
                <a:lnTo>
                  <a:pt x="7168304" y="11884"/>
                </a:lnTo>
                <a:lnTo>
                  <a:pt x="7203798" y="17381"/>
                </a:lnTo>
                <a:lnTo>
                  <a:pt x="7240342" y="26543"/>
                </a:lnTo>
                <a:lnTo>
                  <a:pt x="7277935" y="39370"/>
                </a:lnTo>
                <a:lnTo>
                  <a:pt x="7281286" y="30993"/>
                </a:lnTo>
                <a:lnTo>
                  <a:pt x="7238722" y="18533"/>
                </a:lnTo>
                <a:lnTo>
                  <a:pt x="7198459" y="10052"/>
                </a:lnTo>
                <a:close/>
              </a:path>
              <a:path w="7913370" h="594994">
                <a:moveTo>
                  <a:pt x="7811213" y="6701"/>
                </a:moveTo>
                <a:lnTo>
                  <a:pt x="7740727" y="6701"/>
                </a:lnTo>
                <a:lnTo>
                  <a:pt x="7764809" y="8952"/>
                </a:lnTo>
                <a:lnTo>
                  <a:pt x="7785960" y="15706"/>
                </a:lnTo>
                <a:lnTo>
                  <a:pt x="7819468" y="42721"/>
                </a:lnTo>
                <a:lnTo>
                  <a:pt x="7840201" y="83976"/>
                </a:lnTo>
                <a:lnTo>
                  <a:pt x="7847111" y="137378"/>
                </a:lnTo>
                <a:lnTo>
                  <a:pt x="7843603" y="167482"/>
                </a:lnTo>
                <a:lnTo>
                  <a:pt x="7833079" y="199156"/>
                </a:lnTo>
                <a:lnTo>
                  <a:pt x="7815540" y="232401"/>
                </a:lnTo>
                <a:lnTo>
                  <a:pt x="7790987" y="267216"/>
                </a:lnTo>
                <a:lnTo>
                  <a:pt x="7779679" y="281981"/>
                </a:lnTo>
                <a:lnTo>
                  <a:pt x="7768370" y="296954"/>
                </a:lnTo>
                <a:lnTo>
                  <a:pt x="7721565" y="365538"/>
                </a:lnTo>
                <a:lnTo>
                  <a:pt x="7704288" y="404176"/>
                </a:lnTo>
                <a:lnTo>
                  <a:pt x="7693922" y="443442"/>
                </a:lnTo>
                <a:lnTo>
                  <a:pt x="7690467" y="483336"/>
                </a:lnTo>
                <a:lnTo>
                  <a:pt x="7698844" y="483336"/>
                </a:lnTo>
                <a:lnTo>
                  <a:pt x="7700204" y="461818"/>
                </a:lnTo>
                <a:lnTo>
                  <a:pt x="7704287" y="440824"/>
                </a:lnTo>
                <a:lnTo>
                  <a:pt x="7720623" y="400406"/>
                </a:lnTo>
                <a:lnTo>
                  <a:pt x="7745336" y="363339"/>
                </a:lnTo>
                <a:lnTo>
                  <a:pt x="7774234" y="330880"/>
                </a:lnTo>
                <a:lnTo>
                  <a:pt x="7806065" y="301143"/>
                </a:lnTo>
                <a:lnTo>
                  <a:pt x="7837897" y="272243"/>
                </a:lnTo>
                <a:lnTo>
                  <a:pt x="7870880" y="237322"/>
                </a:lnTo>
                <a:lnTo>
                  <a:pt x="7894440" y="202926"/>
                </a:lnTo>
                <a:lnTo>
                  <a:pt x="7908575" y="169052"/>
                </a:lnTo>
                <a:lnTo>
                  <a:pt x="7913287" y="135702"/>
                </a:lnTo>
                <a:lnTo>
                  <a:pt x="7910564" y="103923"/>
                </a:lnTo>
                <a:lnTo>
                  <a:pt x="7888784" y="53244"/>
                </a:lnTo>
                <a:lnTo>
                  <a:pt x="7846379" y="19319"/>
                </a:lnTo>
                <a:lnTo>
                  <a:pt x="7819887" y="8586"/>
                </a:lnTo>
                <a:lnTo>
                  <a:pt x="7811213" y="6701"/>
                </a:lnTo>
                <a:close/>
              </a:path>
              <a:path w="7913370" h="594994">
                <a:moveTo>
                  <a:pt x="7757481" y="0"/>
                </a:moveTo>
                <a:lnTo>
                  <a:pt x="7723555" y="1308"/>
                </a:lnTo>
                <a:lnTo>
                  <a:pt x="7689629" y="5235"/>
                </a:lnTo>
                <a:lnTo>
                  <a:pt x="7655704" y="11779"/>
                </a:lnTo>
                <a:lnTo>
                  <a:pt x="7621778" y="20941"/>
                </a:lnTo>
                <a:lnTo>
                  <a:pt x="7625129" y="25967"/>
                </a:lnTo>
                <a:lnTo>
                  <a:pt x="7645233" y="20941"/>
                </a:lnTo>
                <a:lnTo>
                  <a:pt x="7672564" y="14711"/>
                </a:lnTo>
                <a:lnTo>
                  <a:pt x="7697590" y="10261"/>
                </a:lnTo>
                <a:lnTo>
                  <a:pt x="7720311" y="7591"/>
                </a:lnTo>
                <a:lnTo>
                  <a:pt x="7740727" y="6701"/>
                </a:lnTo>
                <a:lnTo>
                  <a:pt x="7811213" y="6701"/>
                </a:lnTo>
                <a:lnTo>
                  <a:pt x="7790253" y="2146"/>
                </a:lnTo>
                <a:lnTo>
                  <a:pt x="7757481" y="0"/>
                </a:lnTo>
                <a:close/>
              </a:path>
              <a:path w="7913370" h="594994">
                <a:moveTo>
                  <a:pt x="7703587" y="540297"/>
                </a:moveTo>
                <a:lnTo>
                  <a:pt x="7689074" y="540297"/>
                </a:lnTo>
                <a:lnTo>
                  <a:pt x="7682645" y="542810"/>
                </a:lnTo>
                <a:lnTo>
                  <a:pt x="7677064" y="547836"/>
                </a:lnTo>
                <a:lnTo>
                  <a:pt x="7672038" y="552862"/>
                </a:lnTo>
                <a:lnTo>
                  <a:pt x="7669525" y="559285"/>
                </a:lnTo>
                <a:lnTo>
                  <a:pt x="7669525" y="574363"/>
                </a:lnTo>
                <a:lnTo>
                  <a:pt x="7672038" y="580785"/>
                </a:lnTo>
                <a:lnTo>
                  <a:pt x="7677064" y="586369"/>
                </a:lnTo>
                <a:lnTo>
                  <a:pt x="7682645" y="591395"/>
                </a:lnTo>
                <a:lnTo>
                  <a:pt x="7689074" y="593908"/>
                </a:lnTo>
                <a:lnTo>
                  <a:pt x="7703587" y="593908"/>
                </a:lnTo>
                <a:lnTo>
                  <a:pt x="7709733" y="591395"/>
                </a:lnTo>
                <a:lnTo>
                  <a:pt x="7720340" y="580785"/>
                </a:lnTo>
                <a:lnTo>
                  <a:pt x="7723136" y="574363"/>
                </a:lnTo>
                <a:lnTo>
                  <a:pt x="7723136" y="559843"/>
                </a:lnTo>
                <a:lnTo>
                  <a:pt x="7720340" y="553700"/>
                </a:lnTo>
                <a:lnTo>
                  <a:pt x="7714759" y="548674"/>
                </a:lnTo>
                <a:lnTo>
                  <a:pt x="7709733" y="543090"/>
                </a:lnTo>
                <a:lnTo>
                  <a:pt x="7703587" y="540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312" y="2339610"/>
            <a:ext cx="17272563" cy="106132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22491" y="3706693"/>
            <a:ext cx="8492490" cy="6953250"/>
          </a:xfrm>
          <a:custGeom>
            <a:avLst/>
            <a:gdLst/>
            <a:ahLst/>
            <a:cxnLst/>
            <a:rect l="l" t="t" r="r" b="b"/>
            <a:pathLst>
              <a:path w="8492490" h="6953250">
                <a:moveTo>
                  <a:pt x="8491888" y="0"/>
                </a:moveTo>
                <a:lnTo>
                  <a:pt x="0" y="0"/>
                </a:lnTo>
                <a:lnTo>
                  <a:pt x="0" y="6952667"/>
                </a:lnTo>
                <a:lnTo>
                  <a:pt x="8491888" y="6952667"/>
                </a:lnTo>
                <a:lnTo>
                  <a:pt x="8491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7452" y="3706693"/>
            <a:ext cx="8492490" cy="6953250"/>
          </a:xfrm>
          <a:custGeom>
            <a:avLst/>
            <a:gdLst/>
            <a:ahLst/>
            <a:cxnLst/>
            <a:rect l="l" t="t" r="r" b="b"/>
            <a:pathLst>
              <a:path w="8492490" h="6953250">
                <a:moveTo>
                  <a:pt x="8491888" y="0"/>
                </a:moveTo>
                <a:lnTo>
                  <a:pt x="0" y="0"/>
                </a:lnTo>
                <a:lnTo>
                  <a:pt x="0" y="6952667"/>
                </a:lnTo>
                <a:lnTo>
                  <a:pt x="8491888" y="6952667"/>
                </a:lnTo>
                <a:lnTo>
                  <a:pt x="8491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0320" y="4244112"/>
            <a:ext cx="3452495" cy="260985"/>
          </a:xfrm>
          <a:custGeom>
            <a:avLst/>
            <a:gdLst/>
            <a:ahLst/>
            <a:cxnLst/>
            <a:rect l="l" t="t" r="r" b="b"/>
            <a:pathLst>
              <a:path w="3452495" h="260985">
                <a:moveTo>
                  <a:pt x="128268" y="0"/>
                </a:moveTo>
                <a:lnTo>
                  <a:pt x="78449" y="9482"/>
                </a:lnTo>
                <a:lnTo>
                  <a:pt x="37106" y="36739"/>
                </a:lnTo>
                <a:lnTo>
                  <a:pt x="9482" y="78724"/>
                </a:lnTo>
                <a:lnTo>
                  <a:pt x="0" y="130467"/>
                </a:lnTo>
                <a:lnTo>
                  <a:pt x="1053" y="148699"/>
                </a:lnTo>
                <a:lnTo>
                  <a:pt x="16858" y="197899"/>
                </a:lnTo>
                <a:lnTo>
                  <a:pt x="49497" y="235212"/>
                </a:lnTo>
                <a:lnTo>
                  <a:pt x="94277" y="256811"/>
                </a:lnTo>
                <a:lnTo>
                  <a:pt x="128268" y="260934"/>
                </a:lnTo>
                <a:lnTo>
                  <a:pt x="145813" y="259903"/>
                </a:lnTo>
                <a:lnTo>
                  <a:pt x="193501" y="244442"/>
                </a:lnTo>
                <a:lnTo>
                  <a:pt x="211056" y="231982"/>
                </a:lnTo>
                <a:lnTo>
                  <a:pt x="128268" y="231982"/>
                </a:lnTo>
                <a:lnTo>
                  <a:pt x="115212" y="231203"/>
                </a:lnTo>
                <a:lnTo>
                  <a:pt x="69814" y="212627"/>
                </a:lnTo>
                <a:lnTo>
                  <a:pt x="40885" y="171971"/>
                </a:lnTo>
                <a:lnTo>
                  <a:pt x="34082" y="130467"/>
                </a:lnTo>
                <a:lnTo>
                  <a:pt x="34838" y="115579"/>
                </a:lnTo>
                <a:lnTo>
                  <a:pt x="46176" y="76961"/>
                </a:lnTo>
                <a:lnTo>
                  <a:pt x="79892" y="41412"/>
                </a:lnTo>
                <a:lnTo>
                  <a:pt x="128268" y="28952"/>
                </a:lnTo>
                <a:lnTo>
                  <a:pt x="210858" y="28952"/>
                </a:lnTo>
                <a:lnTo>
                  <a:pt x="207382" y="25928"/>
                </a:lnTo>
                <a:lnTo>
                  <a:pt x="193501" y="16858"/>
                </a:lnTo>
                <a:lnTo>
                  <a:pt x="178430" y="9482"/>
                </a:lnTo>
                <a:lnTo>
                  <a:pt x="162534" y="4214"/>
                </a:lnTo>
                <a:lnTo>
                  <a:pt x="145813" y="1053"/>
                </a:lnTo>
                <a:lnTo>
                  <a:pt x="128268" y="0"/>
                </a:lnTo>
                <a:close/>
              </a:path>
              <a:path w="3452495" h="260985">
                <a:moveTo>
                  <a:pt x="210858" y="28952"/>
                </a:moveTo>
                <a:lnTo>
                  <a:pt x="128268" y="28952"/>
                </a:lnTo>
                <a:lnTo>
                  <a:pt x="141461" y="29730"/>
                </a:lnTo>
                <a:lnTo>
                  <a:pt x="153922" y="32067"/>
                </a:lnTo>
                <a:lnTo>
                  <a:pt x="195609" y="56529"/>
                </a:lnTo>
                <a:lnTo>
                  <a:pt x="219338" y="101698"/>
                </a:lnTo>
                <a:lnTo>
                  <a:pt x="222453" y="130467"/>
                </a:lnTo>
                <a:lnTo>
                  <a:pt x="221675" y="145218"/>
                </a:lnTo>
                <a:lnTo>
                  <a:pt x="209993" y="183973"/>
                </a:lnTo>
                <a:lnTo>
                  <a:pt x="176277" y="219522"/>
                </a:lnTo>
                <a:lnTo>
                  <a:pt x="128268" y="231982"/>
                </a:lnTo>
                <a:lnTo>
                  <a:pt x="211056" y="231982"/>
                </a:lnTo>
                <a:lnTo>
                  <a:pt x="239678" y="197899"/>
                </a:lnTo>
                <a:lnTo>
                  <a:pt x="255483" y="148837"/>
                </a:lnTo>
                <a:lnTo>
                  <a:pt x="256536" y="130467"/>
                </a:lnTo>
                <a:lnTo>
                  <a:pt x="255483" y="112097"/>
                </a:lnTo>
                <a:lnTo>
                  <a:pt x="239678" y="63034"/>
                </a:lnTo>
                <a:lnTo>
                  <a:pt x="219705" y="36648"/>
                </a:lnTo>
                <a:lnTo>
                  <a:pt x="210858" y="28952"/>
                </a:lnTo>
                <a:close/>
              </a:path>
              <a:path w="3452495" h="260985">
                <a:moveTo>
                  <a:pt x="333179" y="2931"/>
                </a:moveTo>
                <a:lnTo>
                  <a:pt x="299829" y="2931"/>
                </a:lnTo>
                <a:lnTo>
                  <a:pt x="299848" y="164550"/>
                </a:lnTo>
                <a:lnTo>
                  <a:pt x="306838" y="206443"/>
                </a:lnTo>
                <a:lnTo>
                  <a:pt x="336478" y="244305"/>
                </a:lnTo>
                <a:lnTo>
                  <a:pt x="382608" y="260270"/>
                </a:lnTo>
                <a:lnTo>
                  <a:pt x="395847" y="260934"/>
                </a:lnTo>
                <a:lnTo>
                  <a:pt x="409064" y="260270"/>
                </a:lnTo>
                <a:lnTo>
                  <a:pt x="455011" y="244305"/>
                </a:lnTo>
                <a:lnTo>
                  <a:pt x="469227" y="231615"/>
                </a:lnTo>
                <a:lnTo>
                  <a:pt x="396214" y="231615"/>
                </a:lnTo>
                <a:lnTo>
                  <a:pt x="382173" y="230585"/>
                </a:lnTo>
                <a:lnTo>
                  <a:pt x="342456" y="205779"/>
                </a:lnTo>
                <a:lnTo>
                  <a:pt x="333179" y="164550"/>
                </a:lnTo>
                <a:lnTo>
                  <a:pt x="333179" y="2931"/>
                </a:lnTo>
                <a:close/>
              </a:path>
              <a:path w="3452495" h="260985">
                <a:moveTo>
                  <a:pt x="492232" y="2931"/>
                </a:moveTo>
                <a:lnTo>
                  <a:pt x="458882" y="2931"/>
                </a:lnTo>
                <a:lnTo>
                  <a:pt x="458882" y="164550"/>
                </a:lnTo>
                <a:lnTo>
                  <a:pt x="457828" y="180492"/>
                </a:lnTo>
                <a:lnTo>
                  <a:pt x="432977" y="222339"/>
                </a:lnTo>
                <a:lnTo>
                  <a:pt x="396214" y="231615"/>
                </a:lnTo>
                <a:lnTo>
                  <a:pt x="469227" y="231615"/>
                </a:lnTo>
                <a:lnTo>
                  <a:pt x="489025" y="193593"/>
                </a:lnTo>
                <a:lnTo>
                  <a:pt x="492212" y="164550"/>
                </a:lnTo>
                <a:lnTo>
                  <a:pt x="492232" y="2931"/>
                </a:lnTo>
                <a:close/>
              </a:path>
              <a:path w="3452495" h="260985">
                <a:moveTo>
                  <a:pt x="630324" y="2931"/>
                </a:moveTo>
                <a:lnTo>
                  <a:pt x="547866" y="2931"/>
                </a:lnTo>
                <a:lnTo>
                  <a:pt x="547866" y="258369"/>
                </a:lnTo>
                <a:lnTo>
                  <a:pt x="581215" y="258369"/>
                </a:lnTo>
                <a:lnTo>
                  <a:pt x="581215" y="153922"/>
                </a:lnTo>
                <a:lnTo>
                  <a:pt x="659714" y="153922"/>
                </a:lnTo>
                <a:lnTo>
                  <a:pt x="658176" y="151356"/>
                </a:lnTo>
                <a:lnTo>
                  <a:pt x="672423" y="147211"/>
                </a:lnTo>
                <a:lnTo>
                  <a:pt x="684746" y="141370"/>
                </a:lnTo>
                <a:lnTo>
                  <a:pt x="695145" y="133834"/>
                </a:lnTo>
                <a:lnTo>
                  <a:pt x="701265" y="127169"/>
                </a:lnTo>
                <a:lnTo>
                  <a:pt x="581215" y="127169"/>
                </a:lnTo>
                <a:lnTo>
                  <a:pt x="581215" y="30418"/>
                </a:lnTo>
                <a:lnTo>
                  <a:pt x="702401" y="30418"/>
                </a:lnTo>
                <a:lnTo>
                  <a:pt x="696657" y="24462"/>
                </a:lnTo>
                <a:lnTo>
                  <a:pt x="656985" y="5405"/>
                </a:lnTo>
                <a:lnTo>
                  <a:pt x="644227" y="3550"/>
                </a:lnTo>
                <a:lnTo>
                  <a:pt x="630324" y="2931"/>
                </a:lnTo>
                <a:close/>
              </a:path>
              <a:path w="3452495" h="260985">
                <a:moveTo>
                  <a:pt x="659714" y="153922"/>
                </a:moveTo>
                <a:lnTo>
                  <a:pt x="621528" y="153922"/>
                </a:lnTo>
                <a:lnTo>
                  <a:pt x="682364" y="258369"/>
                </a:lnTo>
                <a:lnTo>
                  <a:pt x="722310" y="258369"/>
                </a:lnTo>
                <a:lnTo>
                  <a:pt x="659714" y="153922"/>
                </a:lnTo>
                <a:close/>
              </a:path>
              <a:path w="3452495" h="260985">
                <a:moveTo>
                  <a:pt x="702401" y="30418"/>
                </a:moveTo>
                <a:lnTo>
                  <a:pt x="630324" y="30418"/>
                </a:lnTo>
                <a:lnTo>
                  <a:pt x="643174" y="31196"/>
                </a:lnTo>
                <a:lnTo>
                  <a:pt x="654237" y="33533"/>
                </a:lnTo>
                <a:lnTo>
                  <a:pt x="683715" y="67341"/>
                </a:lnTo>
                <a:lnTo>
                  <a:pt x="684563" y="78060"/>
                </a:lnTo>
                <a:lnTo>
                  <a:pt x="683715" y="88688"/>
                </a:lnTo>
                <a:lnTo>
                  <a:pt x="654054" y="123870"/>
                </a:lnTo>
                <a:lnTo>
                  <a:pt x="630324" y="127169"/>
                </a:lnTo>
                <a:lnTo>
                  <a:pt x="701265" y="127169"/>
                </a:lnTo>
                <a:lnTo>
                  <a:pt x="718050" y="90864"/>
                </a:lnTo>
                <a:lnTo>
                  <a:pt x="719012" y="78060"/>
                </a:lnTo>
                <a:lnTo>
                  <a:pt x="718394" y="67547"/>
                </a:lnTo>
                <a:lnTo>
                  <a:pt x="716538" y="57629"/>
                </a:lnTo>
                <a:lnTo>
                  <a:pt x="713446" y="48307"/>
                </a:lnTo>
                <a:lnTo>
                  <a:pt x="709117" y="39580"/>
                </a:lnTo>
                <a:lnTo>
                  <a:pt x="703528" y="31586"/>
                </a:lnTo>
                <a:lnTo>
                  <a:pt x="702401" y="30418"/>
                </a:lnTo>
                <a:close/>
              </a:path>
              <a:path w="3452495" h="260985">
                <a:moveTo>
                  <a:pt x="948063" y="2931"/>
                </a:moveTo>
                <a:lnTo>
                  <a:pt x="868536" y="2931"/>
                </a:lnTo>
                <a:lnTo>
                  <a:pt x="868536" y="258369"/>
                </a:lnTo>
                <a:lnTo>
                  <a:pt x="948063" y="258369"/>
                </a:lnTo>
                <a:lnTo>
                  <a:pt x="968242" y="257430"/>
                </a:lnTo>
                <a:lnTo>
                  <a:pt x="1020260" y="243343"/>
                </a:lnTo>
                <a:lnTo>
                  <a:pt x="1039634" y="230883"/>
                </a:lnTo>
                <a:lnTo>
                  <a:pt x="901886" y="230883"/>
                </a:lnTo>
                <a:lnTo>
                  <a:pt x="901886" y="30051"/>
                </a:lnTo>
                <a:lnTo>
                  <a:pt x="1038215" y="30051"/>
                </a:lnTo>
                <a:lnTo>
                  <a:pt x="1034736" y="27234"/>
                </a:lnTo>
                <a:lnTo>
                  <a:pt x="1020260" y="18690"/>
                </a:lnTo>
                <a:lnTo>
                  <a:pt x="1004340" y="11796"/>
                </a:lnTo>
                <a:lnTo>
                  <a:pt x="987001" y="6871"/>
                </a:lnTo>
                <a:lnTo>
                  <a:pt x="968242" y="3916"/>
                </a:lnTo>
                <a:lnTo>
                  <a:pt x="948063" y="2931"/>
                </a:lnTo>
                <a:close/>
              </a:path>
              <a:path w="3452495" h="260985">
                <a:moveTo>
                  <a:pt x="1038215" y="30051"/>
                </a:moveTo>
                <a:lnTo>
                  <a:pt x="948063" y="30051"/>
                </a:lnTo>
                <a:lnTo>
                  <a:pt x="971174" y="31723"/>
                </a:lnTo>
                <a:lnTo>
                  <a:pt x="991399" y="36740"/>
                </a:lnTo>
                <a:lnTo>
                  <a:pt x="1034737" y="71486"/>
                </a:lnTo>
                <a:lnTo>
                  <a:pt x="1047931" y="108684"/>
                </a:lnTo>
                <a:lnTo>
                  <a:pt x="1049580" y="131200"/>
                </a:lnTo>
                <a:lnTo>
                  <a:pt x="1047953" y="153532"/>
                </a:lnTo>
                <a:lnTo>
                  <a:pt x="1034940" y="190364"/>
                </a:lnTo>
                <a:lnTo>
                  <a:pt x="991674" y="224378"/>
                </a:lnTo>
                <a:lnTo>
                  <a:pt x="948063" y="230883"/>
                </a:lnTo>
                <a:lnTo>
                  <a:pt x="1039634" y="230883"/>
                </a:lnTo>
                <a:lnTo>
                  <a:pt x="1067171" y="199365"/>
                </a:lnTo>
                <a:lnTo>
                  <a:pt x="1082632" y="150165"/>
                </a:lnTo>
                <a:lnTo>
                  <a:pt x="1083663" y="131200"/>
                </a:lnTo>
                <a:lnTo>
                  <a:pt x="1082632" y="112235"/>
                </a:lnTo>
                <a:lnTo>
                  <a:pt x="1067171" y="63034"/>
                </a:lnTo>
                <a:lnTo>
                  <a:pt x="1047380" y="37472"/>
                </a:lnTo>
                <a:lnTo>
                  <a:pt x="1038215" y="30051"/>
                </a:lnTo>
                <a:close/>
              </a:path>
              <a:path w="3452495" h="260985">
                <a:moveTo>
                  <a:pt x="1161001" y="2931"/>
                </a:moveTo>
                <a:lnTo>
                  <a:pt x="1127651" y="2931"/>
                </a:lnTo>
                <a:lnTo>
                  <a:pt x="1127651" y="258369"/>
                </a:lnTo>
                <a:lnTo>
                  <a:pt x="1161001" y="258369"/>
                </a:lnTo>
                <a:lnTo>
                  <a:pt x="1161001" y="2931"/>
                </a:lnTo>
                <a:close/>
              </a:path>
              <a:path w="3452495" h="260985">
                <a:moveTo>
                  <a:pt x="1362230" y="2931"/>
                </a:moveTo>
                <a:lnTo>
                  <a:pt x="1217837" y="2931"/>
                </a:lnTo>
                <a:lnTo>
                  <a:pt x="1217837" y="258369"/>
                </a:lnTo>
                <a:lnTo>
                  <a:pt x="1251187" y="258369"/>
                </a:lnTo>
                <a:lnTo>
                  <a:pt x="1251187" y="143294"/>
                </a:lnTo>
                <a:lnTo>
                  <a:pt x="1341341" y="143294"/>
                </a:lnTo>
                <a:lnTo>
                  <a:pt x="1341341" y="116174"/>
                </a:lnTo>
                <a:lnTo>
                  <a:pt x="1251187" y="116174"/>
                </a:lnTo>
                <a:lnTo>
                  <a:pt x="1251187" y="30051"/>
                </a:lnTo>
                <a:lnTo>
                  <a:pt x="1362230" y="30051"/>
                </a:lnTo>
                <a:lnTo>
                  <a:pt x="1362230" y="2931"/>
                </a:lnTo>
                <a:close/>
              </a:path>
              <a:path w="3452495" h="260985">
                <a:moveTo>
                  <a:pt x="1546905" y="2931"/>
                </a:moveTo>
                <a:lnTo>
                  <a:pt x="1402512" y="2931"/>
                </a:lnTo>
                <a:lnTo>
                  <a:pt x="1402512" y="258369"/>
                </a:lnTo>
                <a:lnTo>
                  <a:pt x="1435862" y="258369"/>
                </a:lnTo>
                <a:lnTo>
                  <a:pt x="1435862" y="143294"/>
                </a:lnTo>
                <a:lnTo>
                  <a:pt x="1526016" y="143294"/>
                </a:lnTo>
                <a:lnTo>
                  <a:pt x="1526016" y="116174"/>
                </a:lnTo>
                <a:lnTo>
                  <a:pt x="1435862" y="116174"/>
                </a:lnTo>
                <a:lnTo>
                  <a:pt x="1435862" y="30051"/>
                </a:lnTo>
                <a:lnTo>
                  <a:pt x="1546905" y="30051"/>
                </a:lnTo>
                <a:lnTo>
                  <a:pt x="1546905" y="2931"/>
                </a:lnTo>
                <a:close/>
              </a:path>
              <a:path w="3452495" h="260985">
                <a:moveTo>
                  <a:pt x="1669645" y="2931"/>
                </a:moveTo>
                <a:lnTo>
                  <a:pt x="1587187" y="2931"/>
                </a:lnTo>
                <a:lnTo>
                  <a:pt x="1587187" y="258369"/>
                </a:lnTo>
                <a:lnTo>
                  <a:pt x="1620537" y="258369"/>
                </a:lnTo>
                <a:lnTo>
                  <a:pt x="1620537" y="153922"/>
                </a:lnTo>
                <a:lnTo>
                  <a:pt x="1699035" y="153922"/>
                </a:lnTo>
                <a:lnTo>
                  <a:pt x="1697498" y="151356"/>
                </a:lnTo>
                <a:lnTo>
                  <a:pt x="1711741" y="147211"/>
                </a:lnTo>
                <a:lnTo>
                  <a:pt x="1724063" y="141370"/>
                </a:lnTo>
                <a:lnTo>
                  <a:pt x="1734464" y="133834"/>
                </a:lnTo>
                <a:lnTo>
                  <a:pt x="1740585" y="127169"/>
                </a:lnTo>
                <a:lnTo>
                  <a:pt x="1620537" y="127169"/>
                </a:lnTo>
                <a:lnTo>
                  <a:pt x="1620537" y="30418"/>
                </a:lnTo>
                <a:lnTo>
                  <a:pt x="1741722" y="30418"/>
                </a:lnTo>
                <a:lnTo>
                  <a:pt x="1735977" y="24462"/>
                </a:lnTo>
                <a:lnTo>
                  <a:pt x="1696305" y="5405"/>
                </a:lnTo>
                <a:lnTo>
                  <a:pt x="1683547" y="3550"/>
                </a:lnTo>
                <a:lnTo>
                  <a:pt x="1669645" y="2931"/>
                </a:lnTo>
                <a:close/>
              </a:path>
              <a:path w="3452495" h="260985">
                <a:moveTo>
                  <a:pt x="1699035" y="153922"/>
                </a:moveTo>
                <a:lnTo>
                  <a:pt x="1660849" y="153922"/>
                </a:lnTo>
                <a:lnTo>
                  <a:pt x="1721685" y="258369"/>
                </a:lnTo>
                <a:lnTo>
                  <a:pt x="1761632" y="258369"/>
                </a:lnTo>
                <a:lnTo>
                  <a:pt x="1699035" y="153922"/>
                </a:lnTo>
                <a:close/>
              </a:path>
              <a:path w="3452495" h="260985">
                <a:moveTo>
                  <a:pt x="1741722" y="30418"/>
                </a:moveTo>
                <a:lnTo>
                  <a:pt x="1669645" y="30418"/>
                </a:lnTo>
                <a:lnTo>
                  <a:pt x="1682495" y="31196"/>
                </a:lnTo>
                <a:lnTo>
                  <a:pt x="1693558" y="33533"/>
                </a:lnTo>
                <a:lnTo>
                  <a:pt x="1723036" y="67341"/>
                </a:lnTo>
                <a:lnTo>
                  <a:pt x="1723884" y="78060"/>
                </a:lnTo>
                <a:lnTo>
                  <a:pt x="1723036" y="88688"/>
                </a:lnTo>
                <a:lnTo>
                  <a:pt x="1693369" y="123870"/>
                </a:lnTo>
                <a:lnTo>
                  <a:pt x="1669645" y="127169"/>
                </a:lnTo>
                <a:lnTo>
                  <a:pt x="1740585" y="127169"/>
                </a:lnTo>
                <a:lnTo>
                  <a:pt x="1757371" y="90864"/>
                </a:lnTo>
                <a:lnTo>
                  <a:pt x="1758333" y="78060"/>
                </a:lnTo>
                <a:lnTo>
                  <a:pt x="1757715" y="67547"/>
                </a:lnTo>
                <a:lnTo>
                  <a:pt x="1755860" y="57629"/>
                </a:lnTo>
                <a:lnTo>
                  <a:pt x="1752767" y="48307"/>
                </a:lnTo>
                <a:lnTo>
                  <a:pt x="1748438" y="39580"/>
                </a:lnTo>
                <a:lnTo>
                  <a:pt x="1742849" y="31586"/>
                </a:lnTo>
                <a:lnTo>
                  <a:pt x="1741722" y="30418"/>
                </a:lnTo>
                <a:close/>
              </a:path>
              <a:path w="3452495" h="260985">
                <a:moveTo>
                  <a:pt x="1947584" y="2565"/>
                </a:moveTo>
                <a:lnTo>
                  <a:pt x="1810154" y="2565"/>
                </a:lnTo>
                <a:lnTo>
                  <a:pt x="1810154" y="258369"/>
                </a:lnTo>
                <a:lnTo>
                  <a:pt x="1947584" y="258369"/>
                </a:lnTo>
                <a:lnTo>
                  <a:pt x="1947584" y="230883"/>
                </a:lnTo>
                <a:lnTo>
                  <a:pt x="1843504" y="230883"/>
                </a:lnTo>
                <a:lnTo>
                  <a:pt x="1843504" y="142927"/>
                </a:lnTo>
                <a:lnTo>
                  <a:pt x="1936590" y="142927"/>
                </a:lnTo>
                <a:lnTo>
                  <a:pt x="1936590" y="115441"/>
                </a:lnTo>
                <a:lnTo>
                  <a:pt x="1843504" y="115441"/>
                </a:lnTo>
                <a:lnTo>
                  <a:pt x="1843504" y="30051"/>
                </a:lnTo>
                <a:lnTo>
                  <a:pt x="1947584" y="30051"/>
                </a:lnTo>
                <a:lnTo>
                  <a:pt x="1947584" y="2565"/>
                </a:lnTo>
                <a:close/>
              </a:path>
              <a:path w="3452495" h="260985">
                <a:moveTo>
                  <a:pt x="2031393" y="2565"/>
                </a:moveTo>
                <a:lnTo>
                  <a:pt x="1998043" y="2565"/>
                </a:lnTo>
                <a:lnTo>
                  <a:pt x="1998043" y="258369"/>
                </a:lnTo>
                <a:lnTo>
                  <a:pt x="2031393" y="258369"/>
                </a:lnTo>
                <a:lnTo>
                  <a:pt x="2031393" y="54972"/>
                </a:lnTo>
                <a:lnTo>
                  <a:pt x="2066016" y="54972"/>
                </a:lnTo>
                <a:lnTo>
                  <a:pt x="2031393" y="2565"/>
                </a:lnTo>
                <a:close/>
              </a:path>
              <a:path w="3452495" h="260985">
                <a:moveTo>
                  <a:pt x="2066016" y="54972"/>
                </a:moveTo>
                <a:lnTo>
                  <a:pt x="2031393" y="54972"/>
                </a:lnTo>
                <a:lnTo>
                  <a:pt x="2165525" y="258369"/>
                </a:lnTo>
                <a:lnTo>
                  <a:pt x="2198875" y="258369"/>
                </a:lnTo>
                <a:lnTo>
                  <a:pt x="2198875" y="205596"/>
                </a:lnTo>
                <a:lnTo>
                  <a:pt x="2165525" y="205596"/>
                </a:lnTo>
                <a:lnTo>
                  <a:pt x="2066016" y="54972"/>
                </a:lnTo>
                <a:close/>
              </a:path>
              <a:path w="3452495" h="260985">
                <a:moveTo>
                  <a:pt x="2198875" y="2565"/>
                </a:moveTo>
                <a:lnTo>
                  <a:pt x="2165525" y="2565"/>
                </a:lnTo>
                <a:lnTo>
                  <a:pt x="2165525" y="205596"/>
                </a:lnTo>
                <a:lnTo>
                  <a:pt x="2198875" y="205596"/>
                </a:lnTo>
                <a:lnTo>
                  <a:pt x="2198875" y="2565"/>
                </a:lnTo>
                <a:close/>
              </a:path>
              <a:path w="3452495" h="260985">
                <a:moveTo>
                  <a:pt x="2343310" y="30051"/>
                </a:moveTo>
                <a:lnTo>
                  <a:pt x="2309961" y="30051"/>
                </a:lnTo>
                <a:lnTo>
                  <a:pt x="2309961" y="258369"/>
                </a:lnTo>
                <a:lnTo>
                  <a:pt x="2343310" y="258369"/>
                </a:lnTo>
                <a:lnTo>
                  <a:pt x="2343310" y="30051"/>
                </a:lnTo>
                <a:close/>
              </a:path>
              <a:path w="3452495" h="260985">
                <a:moveTo>
                  <a:pt x="2412942" y="2931"/>
                </a:moveTo>
                <a:lnTo>
                  <a:pt x="2239963" y="2931"/>
                </a:lnTo>
                <a:lnTo>
                  <a:pt x="2239963" y="30051"/>
                </a:lnTo>
                <a:lnTo>
                  <a:pt x="2412942" y="30051"/>
                </a:lnTo>
                <a:lnTo>
                  <a:pt x="2412942" y="2931"/>
                </a:lnTo>
                <a:close/>
              </a:path>
              <a:path w="3452495" h="260985">
                <a:moveTo>
                  <a:pt x="2487348" y="2931"/>
                </a:moveTo>
                <a:lnTo>
                  <a:pt x="2453998" y="2931"/>
                </a:lnTo>
                <a:lnTo>
                  <a:pt x="2453998" y="258369"/>
                </a:lnTo>
                <a:lnTo>
                  <a:pt x="2487348" y="258369"/>
                </a:lnTo>
                <a:lnTo>
                  <a:pt x="2487348" y="2931"/>
                </a:lnTo>
                <a:close/>
              </a:path>
              <a:path w="3452495" h="260985">
                <a:moveTo>
                  <a:pt x="2658892" y="4397"/>
                </a:moveTo>
                <a:lnTo>
                  <a:pt x="2620412" y="4397"/>
                </a:lnTo>
                <a:lnTo>
                  <a:pt x="2528059" y="258369"/>
                </a:lnTo>
                <a:lnTo>
                  <a:pt x="2563241" y="258369"/>
                </a:lnTo>
                <a:lnTo>
                  <a:pt x="2583764" y="201564"/>
                </a:lnTo>
                <a:lnTo>
                  <a:pt x="2730305" y="201564"/>
                </a:lnTo>
                <a:lnTo>
                  <a:pt x="2720482" y="174445"/>
                </a:lnTo>
                <a:lnTo>
                  <a:pt x="2593292" y="174445"/>
                </a:lnTo>
                <a:lnTo>
                  <a:pt x="2639469" y="45443"/>
                </a:lnTo>
                <a:lnTo>
                  <a:pt x="2673759" y="45443"/>
                </a:lnTo>
                <a:lnTo>
                  <a:pt x="2658892" y="4397"/>
                </a:lnTo>
                <a:close/>
              </a:path>
              <a:path w="3452495" h="260985">
                <a:moveTo>
                  <a:pt x="2730305" y="201564"/>
                </a:moveTo>
                <a:lnTo>
                  <a:pt x="2695174" y="201564"/>
                </a:lnTo>
                <a:lnTo>
                  <a:pt x="2715697" y="258369"/>
                </a:lnTo>
                <a:lnTo>
                  <a:pt x="2750879" y="258369"/>
                </a:lnTo>
                <a:lnTo>
                  <a:pt x="2730305" y="201564"/>
                </a:lnTo>
                <a:close/>
              </a:path>
              <a:path w="3452495" h="260985">
                <a:moveTo>
                  <a:pt x="2673759" y="45443"/>
                </a:moveTo>
                <a:lnTo>
                  <a:pt x="2639469" y="45443"/>
                </a:lnTo>
                <a:lnTo>
                  <a:pt x="2685645" y="174445"/>
                </a:lnTo>
                <a:lnTo>
                  <a:pt x="2720482" y="174445"/>
                </a:lnTo>
                <a:lnTo>
                  <a:pt x="2673759" y="45443"/>
                </a:lnTo>
                <a:close/>
              </a:path>
              <a:path w="3452495" h="260985">
                <a:moveTo>
                  <a:pt x="2878718" y="30051"/>
                </a:moveTo>
                <a:lnTo>
                  <a:pt x="2845368" y="30051"/>
                </a:lnTo>
                <a:lnTo>
                  <a:pt x="2845368" y="258369"/>
                </a:lnTo>
                <a:lnTo>
                  <a:pt x="2878718" y="258369"/>
                </a:lnTo>
                <a:lnTo>
                  <a:pt x="2878718" y="30051"/>
                </a:lnTo>
                <a:close/>
              </a:path>
              <a:path w="3452495" h="260985">
                <a:moveTo>
                  <a:pt x="2948350" y="2931"/>
                </a:moveTo>
                <a:lnTo>
                  <a:pt x="2775370" y="2931"/>
                </a:lnTo>
                <a:lnTo>
                  <a:pt x="2775370" y="30051"/>
                </a:lnTo>
                <a:lnTo>
                  <a:pt x="2948350" y="30051"/>
                </a:lnTo>
                <a:lnTo>
                  <a:pt x="2948350" y="2931"/>
                </a:lnTo>
                <a:close/>
              </a:path>
              <a:path w="3452495" h="260985">
                <a:moveTo>
                  <a:pt x="3105214" y="0"/>
                </a:moveTo>
                <a:lnTo>
                  <a:pt x="3055391" y="9482"/>
                </a:lnTo>
                <a:lnTo>
                  <a:pt x="3014048" y="36739"/>
                </a:lnTo>
                <a:lnTo>
                  <a:pt x="2986425" y="78724"/>
                </a:lnTo>
                <a:lnTo>
                  <a:pt x="2976946" y="130467"/>
                </a:lnTo>
                <a:lnTo>
                  <a:pt x="2977998" y="148699"/>
                </a:lnTo>
                <a:lnTo>
                  <a:pt x="2993804" y="197899"/>
                </a:lnTo>
                <a:lnTo>
                  <a:pt x="3026441" y="235212"/>
                </a:lnTo>
                <a:lnTo>
                  <a:pt x="3071218" y="256811"/>
                </a:lnTo>
                <a:lnTo>
                  <a:pt x="3105214" y="260934"/>
                </a:lnTo>
                <a:lnTo>
                  <a:pt x="3122756" y="259903"/>
                </a:lnTo>
                <a:lnTo>
                  <a:pt x="3170447" y="244442"/>
                </a:lnTo>
                <a:lnTo>
                  <a:pt x="3187997" y="231982"/>
                </a:lnTo>
                <a:lnTo>
                  <a:pt x="3105214" y="231982"/>
                </a:lnTo>
                <a:lnTo>
                  <a:pt x="3092154" y="231203"/>
                </a:lnTo>
                <a:lnTo>
                  <a:pt x="3046757" y="212627"/>
                </a:lnTo>
                <a:lnTo>
                  <a:pt x="3017831" y="171971"/>
                </a:lnTo>
                <a:lnTo>
                  <a:pt x="3011028" y="130467"/>
                </a:lnTo>
                <a:lnTo>
                  <a:pt x="3011784" y="115579"/>
                </a:lnTo>
                <a:lnTo>
                  <a:pt x="3023122" y="76961"/>
                </a:lnTo>
                <a:lnTo>
                  <a:pt x="3056838" y="41412"/>
                </a:lnTo>
                <a:lnTo>
                  <a:pt x="3105214" y="28952"/>
                </a:lnTo>
                <a:lnTo>
                  <a:pt x="3187799" y="28952"/>
                </a:lnTo>
                <a:lnTo>
                  <a:pt x="3184324" y="25928"/>
                </a:lnTo>
                <a:lnTo>
                  <a:pt x="3170447" y="16858"/>
                </a:lnTo>
                <a:lnTo>
                  <a:pt x="3155373" y="9482"/>
                </a:lnTo>
                <a:lnTo>
                  <a:pt x="3139476" y="4214"/>
                </a:lnTo>
                <a:lnTo>
                  <a:pt x="3122756" y="1053"/>
                </a:lnTo>
                <a:lnTo>
                  <a:pt x="3105214" y="0"/>
                </a:lnTo>
                <a:close/>
              </a:path>
              <a:path w="3452495" h="260985">
                <a:moveTo>
                  <a:pt x="3187799" y="28952"/>
                </a:moveTo>
                <a:lnTo>
                  <a:pt x="3105214" y="28952"/>
                </a:lnTo>
                <a:lnTo>
                  <a:pt x="3118403" y="29730"/>
                </a:lnTo>
                <a:lnTo>
                  <a:pt x="3130862" y="32067"/>
                </a:lnTo>
                <a:lnTo>
                  <a:pt x="3172553" y="56529"/>
                </a:lnTo>
                <a:lnTo>
                  <a:pt x="3196283" y="101698"/>
                </a:lnTo>
                <a:lnTo>
                  <a:pt x="3199399" y="130467"/>
                </a:lnTo>
                <a:lnTo>
                  <a:pt x="3198620" y="145218"/>
                </a:lnTo>
                <a:lnTo>
                  <a:pt x="3186939" y="183973"/>
                </a:lnTo>
                <a:lnTo>
                  <a:pt x="3153223" y="219522"/>
                </a:lnTo>
                <a:lnTo>
                  <a:pt x="3105214" y="231982"/>
                </a:lnTo>
                <a:lnTo>
                  <a:pt x="3187997" y="231982"/>
                </a:lnTo>
                <a:lnTo>
                  <a:pt x="3216624" y="197899"/>
                </a:lnTo>
                <a:lnTo>
                  <a:pt x="3232428" y="148837"/>
                </a:lnTo>
                <a:lnTo>
                  <a:pt x="3233482" y="130467"/>
                </a:lnTo>
                <a:lnTo>
                  <a:pt x="3232428" y="112097"/>
                </a:lnTo>
                <a:lnTo>
                  <a:pt x="3216624" y="63034"/>
                </a:lnTo>
                <a:lnTo>
                  <a:pt x="3196646" y="36648"/>
                </a:lnTo>
                <a:lnTo>
                  <a:pt x="3187799" y="28952"/>
                </a:lnTo>
                <a:close/>
              </a:path>
              <a:path w="3452495" h="260985">
                <a:moveTo>
                  <a:pt x="3359960" y="2931"/>
                </a:moveTo>
                <a:lnTo>
                  <a:pt x="3277502" y="2931"/>
                </a:lnTo>
                <a:lnTo>
                  <a:pt x="3277502" y="258369"/>
                </a:lnTo>
                <a:lnTo>
                  <a:pt x="3310852" y="258369"/>
                </a:lnTo>
                <a:lnTo>
                  <a:pt x="3310852" y="153922"/>
                </a:lnTo>
                <a:lnTo>
                  <a:pt x="3389350" y="153922"/>
                </a:lnTo>
                <a:lnTo>
                  <a:pt x="3387813" y="151356"/>
                </a:lnTo>
                <a:lnTo>
                  <a:pt x="3402062" y="147211"/>
                </a:lnTo>
                <a:lnTo>
                  <a:pt x="3414386" y="141370"/>
                </a:lnTo>
                <a:lnTo>
                  <a:pt x="3424785" y="133834"/>
                </a:lnTo>
                <a:lnTo>
                  <a:pt x="3430902" y="127169"/>
                </a:lnTo>
                <a:lnTo>
                  <a:pt x="3310852" y="127169"/>
                </a:lnTo>
                <a:lnTo>
                  <a:pt x="3310852" y="30418"/>
                </a:lnTo>
                <a:lnTo>
                  <a:pt x="3432039" y="30418"/>
                </a:lnTo>
                <a:lnTo>
                  <a:pt x="3426296" y="24462"/>
                </a:lnTo>
                <a:lnTo>
                  <a:pt x="3386624" y="5405"/>
                </a:lnTo>
                <a:lnTo>
                  <a:pt x="3373866" y="3550"/>
                </a:lnTo>
                <a:lnTo>
                  <a:pt x="3359960" y="2931"/>
                </a:lnTo>
                <a:close/>
              </a:path>
              <a:path w="3452495" h="260985">
                <a:moveTo>
                  <a:pt x="3389350" y="153922"/>
                </a:moveTo>
                <a:lnTo>
                  <a:pt x="3351164" y="153922"/>
                </a:lnTo>
                <a:lnTo>
                  <a:pt x="3412000" y="258369"/>
                </a:lnTo>
                <a:lnTo>
                  <a:pt x="3451947" y="258369"/>
                </a:lnTo>
                <a:lnTo>
                  <a:pt x="3389350" y="153922"/>
                </a:lnTo>
                <a:close/>
              </a:path>
              <a:path w="3452495" h="260985">
                <a:moveTo>
                  <a:pt x="3432039" y="30418"/>
                </a:moveTo>
                <a:lnTo>
                  <a:pt x="3359960" y="30418"/>
                </a:lnTo>
                <a:lnTo>
                  <a:pt x="3372810" y="31196"/>
                </a:lnTo>
                <a:lnTo>
                  <a:pt x="3383873" y="33533"/>
                </a:lnTo>
                <a:lnTo>
                  <a:pt x="3413353" y="67341"/>
                </a:lnTo>
                <a:lnTo>
                  <a:pt x="3414199" y="78060"/>
                </a:lnTo>
                <a:lnTo>
                  <a:pt x="3413353" y="88688"/>
                </a:lnTo>
                <a:lnTo>
                  <a:pt x="3383692" y="123870"/>
                </a:lnTo>
                <a:lnTo>
                  <a:pt x="3359960" y="127169"/>
                </a:lnTo>
                <a:lnTo>
                  <a:pt x="3430902" y="127169"/>
                </a:lnTo>
                <a:lnTo>
                  <a:pt x="3447686" y="90864"/>
                </a:lnTo>
                <a:lnTo>
                  <a:pt x="3448648" y="78060"/>
                </a:lnTo>
                <a:lnTo>
                  <a:pt x="3448030" y="67547"/>
                </a:lnTo>
                <a:lnTo>
                  <a:pt x="3446175" y="57629"/>
                </a:lnTo>
                <a:lnTo>
                  <a:pt x="3443082" y="48307"/>
                </a:lnTo>
                <a:lnTo>
                  <a:pt x="3438753" y="39580"/>
                </a:lnTo>
                <a:lnTo>
                  <a:pt x="3433166" y="31586"/>
                </a:lnTo>
                <a:lnTo>
                  <a:pt x="3432039" y="304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83349" y="4223587"/>
            <a:ext cx="3766618" cy="28219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0052050" y="4900374"/>
            <a:ext cx="7828915" cy="5372100"/>
            <a:chOff x="10052050" y="4900374"/>
            <a:chExt cx="7828915" cy="53721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2050" y="4900374"/>
              <a:ext cx="2764313" cy="11832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52050" y="6114997"/>
              <a:ext cx="3078440" cy="17172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2050" y="7863635"/>
              <a:ext cx="3465863" cy="13088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52050" y="9203908"/>
              <a:ext cx="1214622" cy="10680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139495" y="5107484"/>
              <a:ext cx="4733604" cy="4753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61795" y="6510583"/>
              <a:ext cx="4115749" cy="7895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679792" y="8112007"/>
              <a:ext cx="4200793" cy="5306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81744" y="9494789"/>
              <a:ext cx="5066515" cy="527942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43653" y="5154398"/>
            <a:ext cx="6955137" cy="4722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22621" y="1361215"/>
            <a:ext cx="3141345" cy="733425"/>
          </a:xfrm>
          <a:custGeom>
            <a:avLst/>
            <a:gdLst/>
            <a:ahLst/>
            <a:cxnLst/>
            <a:rect l="l" t="t" r="r" b="b"/>
            <a:pathLst>
              <a:path w="3141344" h="733425">
                <a:moveTo>
                  <a:pt x="0" y="732962"/>
                </a:moveTo>
                <a:lnTo>
                  <a:pt x="3141265" y="732962"/>
                </a:lnTo>
                <a:lnTo>
                  <a:pt x="3141265" y="0"/>
                </a:lnTo>
                <a:lnTo>
                  <a:pt x="0" y="0"/>
                </a:lnTo>
                <a:lnTo>
                  <a:pt x="0" y="732962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3706693"/>
            <a:ext cx="1885314" cy="2345690"/>
          </a:xfrm>
          <a:custGeom>
            <a:avLst/>
            <a:gdLst/>
            <a:ahLst/>
            <a:cxnLst/>
            <a:rect l="l" t="t" r="r" b="b"/>
            <a:pathLst>
              <a:path w="1885315" h="2345690">
                <a:moveTo>
                  <a:pt x="0" y="2345478"/>
                </a:moveTo>
                <a:lnTo>
                  <a:pt x="1884759" y="2345478"/>
                </a:lnTo>
                <a:lnTo>
                  <a:pt x="1884759" y="0"/>
                </a:lnTo>
                <a:lnTo>
                  <a:pt x="0" y="0"/>
                </a:lnTo>
                <a:lnTo>
                  <a:pt x="0" y="2345478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63888" y="8209174"/>
            <a:ext cx="3340735" cy="3099435"/>
          </a:xfrm>
          <a:custGeom>
            <a:avLst/>
            <a:gdLst/>
            <a:ahLst/>
            <a:cxnLst/>
            <a:rect l="l" t="t" r="r" b="b"/>
            <a:pathLst>
              <a:path w="3340734" h="3099434">
                <a:moveTo>
                  <a:pt x="0" y="0"/>
                </a:moveTo>
                <a:lnTo>
                  <a:pt x="3340212" y="0"/>
                </a:lnTo>
                <a:lnTo>
                  <a:pt x="3340212" y="3099382"/>
                </a:lnTo>
                <a:lnTo>
                  <a:pt x="0" y="30993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248" y="691078"/>
            <a:ext cx="1581103" cy="67013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63888" y="0"/>
            <a:ext cx="5151755" cy="3246120"/>
          </a:xfrm>
          <a:custGeom>
            <a:avLst/>
            <a:gdLst/>
            <a:ahLst/>
            <a:cxnLst/>
            <a:rect l="l" t="t" r="r" b="b"/>
            <a:pathLst>
              <a:path w="5151755" h="3246120">
                <a:moveTo>
                  <a:pt x="5151675" y="0"/>
                </a:moveTo>
                <a:lnTo>
                  <a:pt x="0" y="0"/>
                </a:lnTo>
                <a:lnTo>
                  <a:pt x="0" y="3245974"/>
                </a:lnTo>
                <a:lnTo>
                  <a:pt x="5151675" y="3245974"/>
                </a:lnTo>
                <a:lnTo>
                  <a:pt x="5151675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0026" y="770659"/>
            <a:ext cx="9386570" cy="594360"/>
          </a:xfrm>
          <a:custGeom>
            <a:avLst/>
            <a:gdLst/>
            <a:ahLst/>
            <a:cxnLst/>
            <a:rect l="l" t="t" r="r" b="b"/>
            <a:pathLst>
              <a:path w="9386570" h="594360">
                <a:moveTo>
                  <a:pt x="214443" y="12565"/>
                </a:moveTo>
                <a:lnTo>
                  <a:pt x="144917" y="12565"/>
                </a:lnTo>
                <a:lnTo>
                  <a:pt x="144917" y="590557"/>
                </a:lnTo>
                <a:lnTo>
                  <a:pt x="214443" y="590557"/>
                </a:lnTo>
                <a:lnTo>
                  <a:pt x="214443" y="12565"/>
                </a:lnTo>
                <a:close/>
              </a:path>
              <a:path w="9386570" h="594360">
                <a:moveTo>
                  <a:pt x="360198" y="4188"/>
                </a:moveTo>
                <a:lnTo>
                  <a:pt x="0" y="4188"/>
                </a:lnTo>
                <a:lnTo>
                  <a:pt x="0" y="12565"/>
                </a:lnTo>
                <a:lnTo>
                  <a:pt x="360198" y="12565"/>
                </a:lnTo>
                <a:lnTo>
                  <a:pt x="360198" y="4188"/>
                </a:lnTo>
                <a:close/>
              </a:path>
              <a:path w="9386570" h="594360">
                <a:moveTo>
                  <a:pt x="777555" y="4188"/>
                </a:moveTo>
                <a:lnTo>
                  <a:pt x="444161" y="4188"/>
                </a:lnTo>
                <a:lnTo>
                  <a:pt x="444161" y="590557"/>
                </a:lnTo>
                <a:lnTo>
                  <a:pt x="795983" y="590557"/>
                </a:lnTo>
                <a:lnTo>
                  <a:pt x="795983" y="582181"/>
                </a:lnTo>
                <a:lnTo>
                  <a:pt x="513689" y="582181"/>
                </a:lnTo>
                <a:lnTo>
                  <a:pt x="513689" y="272243"/>
                </a:lnTo>
                <a:lnTo>
                  <a:pt x="758287" y="272243"/>
                </a:lnTo>
                <a:lnTo>
                  <a:pt x="758287" y="263866"/>
                </a:lnTo>
                <a:lnTo>
                  <a:pt x="513689" y="263866"/>
                </a:lnTo>
                <a:lnTo>
                  <a:pt x="513689" y="12565"/>
                </a:lnTo>
                <a:lnTo>
                  <a:pt x="777555" y="12565"/>
                </a:lnTo>
                <a:lnTo>
                  <a:pt x="777555" y="4188"/>
                </a:lnTo>
                <a:close/>
              </a:path>
              <a:path w="9386570" h="594360">
                <a:moveTo>
                  <a:pt x="1134499" y="3350"/>
                </a:moveTo>
                <a:lnTo>
                  <a:pt x="1078007" y="7172"/>
                </a:lnTo>
                <a:lnTo>
                  <a:pt x="1025810" y="18638"/>
                </a:lnTo>
                <a:lnTo>
                  <a:pt x="977907" y="37747"/>
                </a:lnTo>
                <a:lnTo>
                  <a:pt x="934297" y="64500"/>
                </a:lnTo>
                <a:lnTo>
                  <a:pt x="895973" y="104080"/>
                </a:lnTo>
                <a:lnTo>
                  <a:pt x="866445" y="157482"/>
                </a:lnTo>
                <a:lnTo>
                  <a:pt x="848226" y="220936"/>
                </a:lnTo>
                <a:lnTo>
                  <a:pt x="842153" y="292348"/>
                </a:lnTo>
                <a:lnTo>
                  <a:pt x="843200" y="328629"/>
                </a:lnTo>
                <a:lnTo>
                  <a:pt x="851577" y="392711"/>
                </a:lnTo>
                <a:lnTo>
                  <a:pt x="867912" y="445589"/>
                </a:lnTo>
                <a:lnTo>
                  <a:pt x="889691" y="487891"/>
                </a:lnTo>
                <a:lnTo>
                  <a:pt x="935872" y="537081"/>
                </a:lnTo>
                <a:lnTo>
                  <a:pt x="975779" y="561943"/>
                </a:lnTo>
                <a:lnTo>
                  <a:pt x="1022186" y="579702"/>
                </a:lnTo>
                <a:lnTo>
                  <a:pt x="1075093" y="590357"/>
                </a:lnTo>
                <a:lnTo>
                  <a:pt x="1134499" y="593909"/>
                </a:lnTo>
                <a:lnTo>
                  <a:pt x="1177693" y="592495"/>
                </a:lnTo>
                <a:lnTo>
                  <a:pt x="1217640" y="588254"/>
                </a:lnTo>
                <a:lnTo>
                  <a:pt x="1231780" y="585531"/>
                </a:lnTo>
                <a:lnTo>
                  <a:pt x="1141200" y="585531"/>
                </a:lnTo>
                <a:lnTo>
                  <a:pt x="1127063" y="585374"/>
                </a:lnTo>
                <a:lnTo>
                  <a:pt x="1079581" y="580925"/>
                </a:lnTo>
                <a:lnTo>
                  <a:pt x="1034816" y="564590"/>
                </a:lnTo>
                <a:lnTo>
                  <a:pt x="987698" y="533335"/>
                </a:lnTo>
                <a:lnTo>
                  <a:pt x="962673" y="504539"/>
                </a:lnTo>
                <a:lnTo>
                  <a:pt x="940894" y="462237"/>
                </a:lnTo>
                <a:lnTo>
                  <a:pt x="922517" y="406061"/>
                </a:lnTo>
                <a:lnTo>
                  <a:pt x="912884" y="343236"/>
                </a:lnTo>
                <a:lnTo>
                  <a:pt x="911680" y="309938"/>
                </a:lnTo>
                <a:lnTo>
                  <a:pt x="912360" y="277322"/>
                </a:lnTo>
                <a:lnTo>
                  <a:pt x="917805" y="219941"/>
                </a:lnTo>
                <a:lnTo>
                  <a:pt x="933459" y="156225"/>
                </a:lnTo>
                <a:lnTo>
                  <a:pt x="965291" y="93400"/>
                </a:lnTo>
                <a:lnTo>
                  <a:pt x="1017803" y="44239"/>
                </a:lnTo>
                <a:lnTo>
                  <a:pt x="1053038" y="26177"/>
                </a:lnTo>
                <a:lnTo>
                  <a:pt x="1091937" y="15339"/>
                </a:lnTo>
                <a:lnTo>
                  <a:pt x="1134499" y="11727"/>
                </a:lnTo>
                <a:lnTo>
                  <a:pt x="1214455" y="11727"/>
                </a:lnTo>
                <a:lnTo>
                  <a:pt x="1199837" y="9214"/>
                </a:lnTo>
                <a:lnTo>
                  <a:pt x="1183815" y="6649"/>
                </a:lnTo>
                <a:lnTo>
                  <a:pt x="1167584" y="4816"/>
                </a:lnTo>
                <a:lnTo>
                  <a:pt x="1151146" y="3717"/>
                </a:lnTo>
                <a:lnTo>
                  <a:pt x="1134499" y="3350"/>
                </a:lnTo>
                <a:close/>
              </a:path>
              <a:path w="9386570" h="594360">
                <a:moveTo>
                  <a:pt x="1285280" y="562915"/>
                </a:moveTo>
                <a:lnTo>
                  <a:pt x="1242138" y="574014"/>
                </a:lnTo>
                <a:lnTo>
                  <a:pt x="1190675" y="582233"/>
                </a:lnTo>
                <a:lnTo>
                  <a:pt x="1141200" y="585531"/>
                </a:lnTo>
                <a:lnTo>
                  <a:pt x="1231780" y="585531"/>
                </a:lnTo>
                <a:lnTo>
                  <a:pt x="1254340" y="581187"/>
                </a:lnTo>
                <a:lnTo>
                  <a:pt x="1287793" y="571292"/>
                </a:lnTo>
                <a:lnTo>
                  <a:pt x="1285280" y="562915"/>
                </a:lnTo>
                <a:close/>
              </a:path>
              <a:path w="9386570" h="594360">
                <a:moveTo>
                  <a:pt x="1214455" y="11727"/>
                </a:moveTo>
                <a:lnTo>
                  <a:pt x="1134499" y="11727"/>
                </a:lnTo>
                <a:lnTo>
                  <a:pt x="1168109" y="13140"/>
                </a:lnTo>
                <a:lnTo>
                  <a:pt x="1200254" y="17381"/>
                </a:lnTo>
                <a:lnTo>
                  <a:pt x="1230934" y="24449"/>
                </a:lnTo>
                <a:lnTo>
                  <a:pt x="1260150" y="34344"/>
                </a:lnTo>
                <a:lnTo>
                  <a:pt x="1262663" y="25967"/>
                </a:lnTo>
                <a:lnTo>
                  <a:pt x="1247585" y="20104"/>
                </a:lnTo>
                <a:lnTo>
                  <a:pt x="1238634" y="17224"/>
                </a:lnTo>
                <a:lnTo>
                  <a:pt x="1227692" y="14449"/>
                </a:lnTo>
                <a:lnTo>
                  <a:pt x="1214455" y="11727"/>
                </a:lnTo>
                <a:close/>
              </a:path>
              <a:path w="9386570" h="594360">
                <a:moveTo>
                  <a:pt x="1428679" y="4188"/>
                </a:moveTo>
                <a:lnTo>
                  <a:pt x="1359152" y="4188"/>
                </a:lnTo>
                <a:lnTo>
                  <a:pt x="1359152" y="590557"/>
                </a:lnTo>
                <a:lnTo>
                  <a:pt x="1428679" y="590557"/>
                </a:lnTo>
                <a:lnTo>
                  <a:pt x="1428679" y="282295"/>
                </a:lnTo>
                <a:lnTo>
                  <a:pt x="1770448" y="282295"/>
                </a:lnTo>
                <a:lnTo>
                  <a:pt x="1770448" y="273918"/>
                </a:lnTo>
                <a:lnTo>
                  <a:pt x="1428679" y="273918"/>
                </a:lnTo>
                <a:lnTo>
                  <a:pt x="1428679" y="4188"/>
                </a:lnTo>
                <a:close/>
              </a:path>
              <a:path w="9386570" h="594360">
                <a:moveTo>
                  <a:pt x="1770448" y="282295"/>
                </a:moveTo>
                <a:lnTo>
                  <a:pt x="1700922" y="282295"/>
                </a:lnTo>
                <a:lnTo>
                  <a:pt x="1700922" y="590557"/>
                </a:lnTo>
                <a:lnTo>
                  <a:pt x="1770448" y="590557"/>
                </a:lnTo>
                <a:lnTo>
                  <a:pt x="1770448" y="282295"/>
                </a:lnTo>
                <a:close/>
              </a:path>
              <a:path w="9386570" h="594360">
                <a:moveTo>
                  <a:pt x="1770448" y="4188"/>
                </a:moveTo>
                <a:lnTo>
                  <a:pt x="1700922" y="4188"/>
                </a:lnTo>
                <a:lnTo>
                  <a:pt x="1700922" y="273918"/>
                </a:lnTo>
                <a:lnTo>
                  <a:pt x="1770448" y="273918"/>
                </a:lnTo>
                <a:lnTo>
                  <a:pt x="1770448" y="4188"/>
                </a:lnTo>
                <a:close/>
              </a:path>
              <a:path w="9386570" h="594360">
                <a:moveTo>
                  <a:pt x="2096009" y="533596"/>
                </a:moveTo>
                <a:lnTo>
                  <a:pt x="2130144" y="562653"/>
                </a:lnTo>
                <a:lnTo>
                  <a:pt x="2172237" y="578621"/>
                </a:lnTo>
                <a:lnTo>
                  <a:pt x="2218100" y="588202"/>
                </a:lnTo>
                <a:lnTo>
                  <a:pt x="2267731" y="591396"/>
                </a:lnTo>
                <a:lnTo>
                  <a:pt x="2294485" y="590611"/>
                </a:lnTo>
                <a:lnTo>
                  <a:pt x="2319459" y="588254"/>
                </a:lnTo>
                <a:lnTo>
                  <a:pt x="2342652" y="584327"/>
                </a:lnTo>
                <a:lnTo>
                  <a:pt x="2347751" y="583018"/>
                </a:lnTo>
                <a:lnTo>
                  <a:pt x="2257679" y="583018"/>
                </a:lnTo>
                <a:lnTo>
                  <a:pt x="2234750" y="582181"/>
                </a:lnTo>
                <a:lnTo>
                  <a:pt x="2189516" y="575480"/>
                </a:lnTo>
                <a:lnTo>
                  <a:pt x="2146428" y="562025"/>
                </a:lnTo>
                <a:lnTo>
                  <a:pt x="2110826" y="544015"/>
                </a:lnTo>
                <a:lnTo>
                  <a:pt x="2096009" y="533596"/>
                </a:lnTo>
                <a:close/>
              </a:path>
              <a:path w="9386570" h="594360">
                <a:moveTo>
                  <a:pt x="2265218" y="2513"/>
                </a:moveTo>
                <a:lnTo>
                  <a:pt x="2226736" y="4921"/>
                </a:lnTo>
                <a:lnTo>
                  <a:pt x="2165167" y="24187"/>
                </a:lnTo>
                <a:lnTo>
                  <a:pt x="2124125" y="61359"/>
                </a:lnTo>
                <a:lnTo>
                  <a:pt x="2103601" y="110782"/>
                </a:lnTo>
                <a:lnTo>
                  <a:pt x="2101035" y="139891"/>
                </a:lnTo>
                <a:lnTo>
                  <a:pt x="2105014" y="176225"/>
                </a:lnTo>
                <a:lnTo>
                  <a:pt x="2136847" y="235699"/>
                </a:lnTo>
                <a:lnTo>
                  <a:pt x="2179303" y="268264"/>
                </a:lnTo>
                <a:lnTo>
                  <a:pt x="2227523" y="294023"/>
                </a:lnTo>
                <a:lnTo>
                  <a:pt x="2312182" y="330618"/>
                </a:lnTo>
                <a:lnTo>
                  <a:pt x="2328256" y="338210"/>
                </a:lnTo>
                <a:lnTo>
                  <a:pt x="2386051" y="375015"/>
                </a:lnTo>
                <a:lnTo>
                  <a:pt x="2417884" y="427369"/>
                </a:lnTo>
                <a:lnTo>
                  <a:pt x="2421863" y="459044"/>
                </a:lnTo>
                <a:lnTo>
                  <a:pt x="2418826" y="487786"/>
                </a:lnTo>
                <a:lnTo>
                  <a:pt x="2394532" y="534277"/>
                </a:lnTo>
                <a:lnTo>
                  <a:pt x="2348148" y="565585"/>
                </a:lnTo>
                <a:lnTo>
                  <a:pt x="2290349" y="581081"/>
                </a:lnTo>
                <a:lnTo>
                  <a:pt x="2257679" y="583018"/>
                </a:lnTo>
                <a:lnTo>
                  <a:pt x="2347751" y="583018"/>
                </a:lnTo>
                <a:lnTo>
                  <a:pt x="2384221" y="570663"/>
                </a:lnTo>
                <a:lnTo>
                  <a:pt x="2419820" y="545533"/>
                </a:lnTo>
                <a:lnTo>
                  <a:pt x="2448094" y="509199"/>
                </a:lnTo>
                <a:lnTo>
                  <a:pt x="2462752" y="464803"/>
                </a:lnTo>
                <a:lnTo>
                  <a:pt x="2464584" y="439777"/>
                </a:lnTo>
                <a:lnTo>
                  <a:pt x="2463485" y="414595"/>
                </a:lnTo>
                <a:lnTo>
                  <a:pt x="2454689" y="371455"/>
                </a:lnTo>
                <a:lnTo>
                  <a:pt x="2437516" y="337267"/>
                </a:lnTo>
                <a:lnTo>
                  <a:pt x="2400921" y="299886"/>
                </a:lnTo>
                <a:lnTo>
                  <a:pt x="2354904" y="273343"/>
                </a:lnTo>
                <a:lnTo>
                  <a:pt x="2303751" y="251301"/>
                </a:lnTo>
                <a:lnTo>
                  <a:pt x="2269407" y="238736"/>
                </a:lnTo>
                <a:lnTo>
                  <a:pt x="2252969" y="232348"/>
                </a:lnTo>
                <a:lnTo>
                  <a:pt x="2207419" y="211930"/>
                </a:lnTo>
                <a:lnTo>
                  <a:pt x="2159673" y="171513"/>
                </a:lnTo>
                <a:lnTo>
                  <a:pt x="2143756" y="117273"/>
                </a:lnTo>
                <a:lnTo>
                  <a:pt x="2146112" y="93505"/>
                </a:lnTo>
                <a:lnTo>
                  <a:pt x="2164960" y="54134"/>
                </a:lnTo>
                <a:lnTo>
                  <a:pt x="2202131" y="26072"/>
                </a:lnTo>
                <a:lnTo>
                  <a:pt x="2254484" y="11832"/>
                </a:lnTo>
                <a:lnTo>
                  <a:pt x="2286160" y="10052"/>
                </a:lnTo>
                <a:lnTo>
                  <a:pt x="2350764" y="10052"/>
                </a:lnTo>
                <a:lnTo>
                  <a:pt x="2348776" y="9633"/>
                </a:lnTo>
                <a:lnTo>
                  <a:pt x="2306840" y="4293"/>
                </a:lnTo>
                <a:lnTo>
                  <a:pt x="2265218" y="2513"/>
                </a:lnTo>
                <a:close/>
              </a:path>
              <a:path w="9386570" h="594360">
                <a:moveTo>
                  <a:pt x="2350764" y="10052"/>
                </a:moveTo>
                <a:lnTo>
                  <a:pt x="2286160" y="10052"/>
                </a:lnTo>
                <a:lnTo>
                  <a:pt x="2320610" y="11884"/>
                </a:lnTo>
                <a:lnTo>
                  <a:pt x="2356107" y="17381"/>
                </a:lnTo>
                <a:lnTo>
                  <a:pt x="2392651" y="26543"/>
                </a:lnTo>
                <a:lnTo>
                  <a:pt x="2430240" y="39370"/>
                </a:lnTo>
                <a:lnTo>
                  <a:pt x="2433590" y="30993"/>
                </a:lnTo>
                <a:lnTo>
                  <a:pt x="2391026" y="18533"/>
                </a:lnTo>
                <a:lnTo>
                  <a:pt x="2350764" y="10052"/>
                </a:lnTo>
                <a:close/>
              </a:path>
              <a:path w="9386570" h="594360">
                <a:moveTo>
                  <a:pt x="2725006" y="12565"/>
                </a:moveTo>
                <a:lnTo>
                  <a:pt x="2655479" y="12565"/>
                </a:lnTo>
                <a:lnTo>
                  <a:pt x="2655479" y="590557"/>
                </a:lnTo>
                <a:lnTo>
                  <a:pt x="2725006" y="590557"/>
                </a:lnTo>
                <a:lnTo>
                  <a:pt x="2725006" y="12565"/>
                </a:lnTo>
                <a:close/>
              </a:path>
              <a:path w="9386570" h="594360">
                <a:moveTo>
                  <a:pt x="3113810" y="0"/>
                </a:moveTo>
                <a:lnTo>
                  <a:pt x="3104596" y="4188"/>
                </a:lnTo>
                <a:lnTo>
                  <a:pt x="2854132" y="590557"/>
                </a:lnTo>
                <a:lnTo>
                  <a:pt x="2864185" y="590557"/>
                </a:lnTo>
                <a:lnTo>
                  <a:pt x="2943763" y="406270"/>
                </a:lnTo>
                <a:lnTo>
                  <a:pt x="3259031" y="406270"/>
                </a:lnTo>
                <a:lnTo>
                  <a:pt x="3256036" y="397894"/>
                </a:lnTo>
                <a:lnTo>
                  <a:pt x="2947114" y="397894"/>
                </a:lnTo>
                <a:lnTo>
                  <a:pt x="3078628" y="94656"/>
                </a:lnTo>
                <a:lnTo>
                  <a:pt x="3147645" y="94656"/>
                </a:lnTo>
                <a:lnTo>
                  <a:pt x="3113810" y="0"/>
                </a:lnTo>
                <a:close/>
              </a:path>
              <a:path w="9386570" h="594360">
                <a:moveTo>
                  <a:pt x="3259031" y="406270"/>
                </a:moveTo>
                <a:lnTo>
                  <a:pt x="3188363" y="406270"/>
                </a:lnTo>
                <a:lnTo>
                  <a:pt x="3253701" y="590557"/>
                </a:lnTo>
                <a:lnTo>
                  <a:pt x="3324903" y="590557"/>
                </a:lnTo>
                <a:lnTo>
                  <a:pt x="3259031" y="406270"/>
                </a:lnTo>
                <a:close/>
              </a:path>
              <a:path w="9386570" h="594360">
                <a:moveTo>
                  <a:pt x="3147645" y="94656"/>
                </a:moveTo>
                <a:lnTo>
                  <a:pt x="3078628" y="94656"/>
                </a:lnTo>
                <a:lnTo>
                  <a:pt x="3185850" y="397894"/>
                </a:lnTo>
                <a:lnTo>
                  <a:pt x="3256036" y="397894"/>
                </a:lnTo>
                <a:lnTo>
                  <a:pt x="3147645" y="94656"/>
                </a:lnTo>
                <a:close/>
              </a:path>
              <a:path w="9386570" h="594360">
                <a:moveTo>
                  <a:pt x="2870760" y="4188"/>
                </a:moveTo>
                <a:lnTo>
                  <a:pt x="2510562" y="4188"/>
                </a:lnTo>
                <a:lnTo>
                  <a:pt x="2510562" y="12565"/>
                </a:lnTo>
                <a:lnTo>
                  <a:pt x="2870760" y="12565"/>
                </a:lnTo>
                <a:lnTo>
                  <a:pt x="2870760" y="4188"/>
                </a:lnTo>
                <a:close/>
              </a:path>
              <a:path w="9386570" h="594360">
                <a:moveTo>
                  <a:pt x="3667961" y="3350"/>
                </a:moveTo>
                <a:lnTo>
                  <a:pt x="3611474" y="7172"/>
                </a:lnTo>
                <a:lnTo>
                  <a:pt x="3559276" y="18638"/>
                </a:lnTo>
                <a:lnTo>
                  <a:pt x="3511370" y="37747"/>
                </a:lnTo>
                <a:lnTo>
                  <a:pt x="3467758" y="64500"/>
                </a:lnTo>
                <a:lnTo>
                  <a:pt x="3429434" y="104080"/>
                </a:lnTo>
                <a:lnTo>
                  <a:pt x="3399906" y="157482"/>
                </a:lnTo>
                <a:lnTo>
                  <a:pt x="3381690" y="220936"/>
                </a:lnTo>
                <a:lnTo>
                  <a:pt x="3375614" y="292348"/>
                </a:lnTo>
                <a:lnTo>
                  <a:pt x="3376662" y="328629"/>
                </a:lnTo>
                <a:lnTo>
                  <a:pt x="3385041" y="392711"/>
                </a:lnTo>
                <a:lnTo>
                  <a:pt x="3401375" y="445589"/>
                </a:lnTo>
                <a:lnTo>
                  <a:pt x="3423155" y="487891"/>
                </a:lnTo>
                <a:lnTo>
                  <a:pt x="3469333" y="537081"/>
                </a:lnTo>
                <a:lnTo>
                  <a:pt x="3509240" y="561943"/>
                </a:lnTo>
                <a:lnTo>
                  <a:pt x="3555648" y="579702"/>
                </a:lnTo>
                <a:lnTo>
                  <a:pt x="3608555" y="590357"/>
                </a:lnTo>
                <a:lnTo>
                  <a:pt x="3667961" y="593909"/>
                </a:lnTo>
                <a:lnTo>
                  <a:pt x="3711155" y="592495"/>
                </a:lnTo>
                <a:lnTo>
                  <a:pt x="3751103" y="588254"/>
                </a:lnTo>
                <a:lnTo>
                  <a:pt x="3765242" y="585531"/>
                </a:lnTo>
                <a:lnTo>
                  <a:pt x="3674662" y="585531"/>
                </a:lnTo>
                <a:lnTo>
                  <a:pt x="3660531" y="585374"/>
                </a:lnTo>
                <a:lnTo>
                  <a:pt x="3613043" y="580925"/>
                </a:lnTo>
                <a:lnTo>
                  <a:pt x="3568278" y="564590"/>
                </a:lnTo>
                <a:lnTo>
                  <a:pt x="3521159" y="533335"/>
                </a:lnTo>
                <a:lnTo>
                  <a:pt x="3496137" y="504539"/>
                </a:lnTo>
                <a:lnTo>
                  <a:pt x="3474357" y="462237"/>
                </a:lnTo>
                <a:lnTo>
                  <a:pt x="3455981" y="406061"/>
                </a:lnTo>
                <a:lnTo>
                  <a:pt x="3446346" y="343236"/>
                </a:lnTo>
                <a:lnTo>
                  <a:pt x="3445141" y="309938"/>
                </a:lnTo>
                <a:lnTo>
                  <a:pt x="3445822" y="277322"/>
                </a:lnTo>
                <a:lnTo>
                  <a:pt x="3451268" y="219941"/>
                </a:lnTo>
                <a:lnTo>
                  <a:pt x="3466923" y="156225"/>
                </a:lnTo>
                <a:lnTo>
                  <a:pt x="3498753" y="93400"/>
                </a:lnTo>
                <a:lnTo>
                  <a:pt x="3551265" y="44239"/>
                </a:lnTo>
                <a:lnTo>
                  <a:pt x="3586500" y="26177"/>
                </a:lnTo>
                <a:lnTo>
                  <a:pt x="3625399" y="15339"/>
                </a:lnTo>
                <a:lnTo>
                  <a:pt x="3667961" y="11727"/>
                </a:lnTo>
                <a:lnTo>
                  <a:pt x="3747918" y="11727"/>
                </a:lnTo>
                <a:lnTo>
                  <a:pt x="3733299" y="9214"/>
                </a:lnTo>
                <a:lnTo>
                  <a:pt x="3717283" y="6649"/>
                </a:lnTo>
                <a:lnTo>
                  <a:pt x="3701054" y="4816"/>
                </a:lnTo>
                <a:lnTo>
                  <a:pt x="3684614" y="3717"/>
                </a:lnTo>
                <a:lnTo>
                  <a:pt x="3667961" y="3350"/>
                </a:lnTo>
                <a:close/>
              </a:path>
              <a:path w="9386570" h="594360">
                <a:moveTo>
                  <a:pt x="3818742" y="562915"/>
                </a:moveTo>
                <a:lnTo>
                  <a:pt x="3775604" y="574014"/>
                </a:lnTo>
                <a:lnTo>
                  <a:pt x="3724137" y="582233"/>
                </a:lnTo>
                <a:lnTo>
                  <a:pt x="3674662" y="585531"/>
                </a:lnTo>
                <a:lnTo>
                  <a:pt x="3765242" y="585531"/>
                </a:lnTo>
                <a:lnTo>
                  <a:pt x="3787802" y="581187"/>
                </a:lnTo>
                <a:lnTo>
                  <a:pt x="3821255" y="571292"/>
                </a:lnTo>
                <a:lnTo>
                  <a:pt x="3818742" y="562915"/>
                </a:lnTo>
                <a:close/>
              </a:path>
              <a:path w="9386570" h="594360">
                <a:moveTo>
                  <a:pt x="3747918" y="11727"/>
                </a:moveTo>
                <a:lnTo>
                  <a:pt x="3667961" y="11727"/>
                </a:lnTo>
                <a:lnTo>
                  <a:pt x="3701577" y="13140"/>
                </a:lnTo>
                <a:lnTo>
                  <a:pt x="3733724" y="17381"/>
                </a:lnTo>
                <a:lnTo>
                  <a:pt x="3764402" y="24449"/>
                </a:lnTo>
                <a:lnTo>
                  <a:pt x="3793612" y="34344"/>
                </a:lnTo>
                <a:lnTo>
                  <a:pt x="3796125" y="25967"/>
                </a:lnTo>
                <a:lnTo>
                  <a:pt x="3781047" y="20104"/>
                </a:lnTo>
                <a:lnTo>
                  <a:pt x="3772096" y="17224"/>
                </a:lnTo>
                <a:lnTo>
                  <a:pt x="3761155" y="14449"/>
                </a:lnTo>
                <a:lnTo>
                  <a:pt x="3747918" y="11727"/>
                </a:lnTo>
                <a:close/>
              </a:path>
              <a:path w="9386570" h="594360">
                <a:moveTo>
                  <a:pt x="3978894" y="4188"/>
                </a:moveTo>
                <a:lnTo>
                  <a:pt x="3909367" y="4188"/>
                </a:lnTo>
                <a:lnTo>
                  <a:pt x="3909367" y="590557"/>
                </a:lnTo>
                <a:lnTo>
                  <a:pt x="3978894" y="590557"/>
                </a:lnTo>
                <a:lnTo>
                  <a:pt x="3978894" y="389517"/>
                </a:lnTo>
                <a:lnTo>
                  <a:pt x="3989850" y="374439"/>
                </a:lnTo>
                <a:lnTo>
                  <a:pt x="3978894" y="374439"/>
                </a:lnTo>
                <a:lnTo>
                  <a:pt x="3978894" y="4188"/>
                </a:lnTo>
                <a:close/>
              </a:path>
              <a:path w="9386570" h="594360">
                <a:moveTo>
                  <a:pt x="4140959" y="273081"/>
                </a:moveTo>
                <a:lnTo>
                  <a:pt x="4063499" y="273081"/>
                </a:lnTo>
                <a:lnTo>
                  <a:pt x="4251137" y="590557"/>
                </a:lnTo>
                <a:lnTo>
                  <a:pt x="4329040" y="590557"/>
                </a:lnTo>
                <a:lnTo>
                  <a:pt x="4140959" y="273081"/>
                </a:lnTo>
                <a:close/>
              </a:path>
              <a:path w="9386570" h="594360">
                <a:moveTo>
                  <a:pt x="4249462" y="4188"/>
                </a:moveTo>
                <a:lnTo>
                  <a:pt x="3978894" y="374439"/>
                </a:lnTo>
                <a:lnTo>
                  <a:pt x="3989850" y="374439"/>
                </a:lnTo>
                <a:lnTo>
                  <a:pt x="4063499" y="273081"/>
                </a:lnTo>
                <a:lnTo>
                  <a:pt x="4140959" y="273081"/>
                </a:lnTo>
                <a:lnTo>
                  <a:pt x="4106220" y="214443"/>
                </a:lnTo>
                <a:lnTo>
                  <a:pt x="4256163" y="10052"/>
                </a:lnTo>
                <a:lnTo>
                  <a:pt x="4249462" y="4188"/>
                </a:lnTo>
                <a:close/>
              </a:path>
              <a:path w="9386570" h="594360">
                <a:moveTo>
                  <a:pt x="4888950" y="0"/>
                </a:moveTo>
                <a:lnTo>
                  <a:pt x="4879736" y="4188"/>
                </a:lnTo>
                <a:lnTo>
                  <a:pt x="4629272" y="590557"/>
                </a:lnTo>
                <a:lnTo>
                  <a:pt x="4639324" y="590557"/>
                </a:lnTo>
                <a:lnTo>
                  <a:pt x="4718903" y="406270"/>
                </a:lnTo>
                <a:lnTo>
                  <a:pt x="5034170" y="406270"/>
                </a:lnTo>
                <a:lnTo>
                  <a:pt x="5031176" y="397894"/>
                </a:lnTo>
                <a:lnTo>
                  <a:pt x="4722254" y="397894"/>
                </a:lnTo>
                <a:lnTo>
                  <a:pt x="4853768" y="94656"/>
                </a:lnTo>
                <a:lnTo>
                  <a:pt x="4922785" y="94656"/>
                </a:lnTo>
                <a:lnTo>
                  <a:pt x="4888950" y="0"/>
                </a:lnTo>
                <a:close/>
              </a:path>
              <a:path w="9386570" h="594360">
                <a:moveTo>
                  <a:pt x="5034170" y="406270"/>
                </a:moveTo>
                <a:lnTo>
                  <a:pt x="4963503" y="406270"/>
                </a:lnTo>
                <a:lnTo>
                  <a:pt x="5028841" y="590557"/>
                </a:lnTo>
                <a:lnTo>
                  <a:pt x="5100043" y="590557"/>
                </a:lnTo>
                <a:lnTo>
                  <a:pt x="5034170" y="406270"/>
                </a:lnTo>
                <a:close/>
              </a:path>
              <a:path w="9386570" h="594360">
                <a:moveTo>
                  <a:pt x="4922785" y="94656"/>
                </a:moveTo>
                <a:lnTo>
                  <a:pt x="4853768" y="94656"/>
                </a:lnTo>
                <a:lnTo>
                  <a:pt x="4960990" y="397894"/>
                </a:lnTo>
                <a:lnTo>
                  <a:pt x="5031176" y="397894"/>
                </a:lnTo>
                <a:lnTo>
                  <a:pt x="4922785" y="94656"/>
                </a:lnTo>
                <a:close/>
              </a:path>
              <a:path w="9386570" h="594360">
                <a:moveTo>
                  <a:pt x="5199988" y="4188"/>
                </a:moveTo>
                <a:lnTo>
                  <a:pt x="5171507" y="4188"/>
                </a:lnTo>
                <a:lnTo>
                  <a:pt x="5171507" y="590557"/>
                </a:lnTo>
                <a:lnTo>
                  <a:pt x="5182397" y="590557"/>
                </a:lnTo>
                <a:lnTo>
                  <a:pt x="5182397" y="104708"/>
                </a:lnTo>
                <a:lnTo>
                  <a:pt x="5264619" y="104708"/>
                </a:lnTo>
                <a:lnTo>
                  <a:pt x="5199988" y="4188"/>
                </a:lnTo>
                <a:close/>
              </a:path>
              <a:path w="9386570" h="594360">
                <a:moveTo>
                  <a:pt x="5264619" y="104708"/>
                </a:moveTo>
                <a:lnTo>
                  <a:pt x="5182397" y="104708"/>
                </a:lnTo>
                <a:lnTo>
                  <a:pt x="5498199" y="590557"/>
                </a:lnTo>
                <a:lnTo>
                  <a:pt x="5559349" y="590557"/>
                </a:lnTo>
                <a:lnTo>
                  <a:pt x="5559349" y="546162"/>
                </a:lnTo>
                <a:lnTo>
                  <a:pt x="5548459" y="546162"/>
                </a:lnTo>
                <a:lnTo>
                  <a:pt x="5264619" y="104708"/>
                </a:lnTo>
                <a:close/>
              </a:path>
              <a:path w="9386570" h="594360">
                <a:moveTo>
                  <a:pt x="5559349" y="4188"/>
                </a:moveTo>
                <a:lnTo>
                  <a:pt x="5548459" y="4188"/>
                </a:lnTo>
                <a:lnTo>
                  <a:pt x="5548459" y="546162"/>
                </a:lnTo>
                <a:lnTo>
                  <a:pt x="5559349" y="546162"/>
                </a:lnTo>
                <a:lnTo>
                  <a:pt x="5559349" y="4188"/>
                </a:lnTo>
                <a:close/>
              </a:path>
              <a:path w="9386570" h="594360">
                <a:moveTo>
                  <a:pt x="5811299" y="3350"/>
                </a:moveTo>
                <a:lnTo>
                  <a:pt x="5793602" y="3455"/>
                </a:lnTo>
                <a:lnTo>
                  <a:pt x="5775695" y="3769"/>
                </a:lnTo>
                <a:lnTo>
                  <a:pt x="5757580" y="4293"/>
                </a:lnTo>
                <a:lnTo>
                  <a:pt x="5739259" y="5026"/>
                </a:lnTo>
                <a:lnTo>
                  <a:pt x="5672246" y="5026"/>
                </a:lnTo>
                <a:lnTo>
                  <a:pt x="5672246" y="590557"/>
                </a:lnTo>
                <a:lnTo>
                  <a:pt x="5714129" y="590557"/>
                </a:lnTo>
                <a:lnTo>
                  <a:pt x="5736484" y="592024"/>
                </a:lnTo>
                <a:lnTo>
                  <a:pt x="5758314" y="593071"/>
                </a:lnTo>
                <a:lnTo>
                  <a:pt x="5779622" y="593700"/>
                </a:lnTo>
                <a:lnTo>
                  <a:pt x="5800409" y="593909"/>
                </a:lnTo>
                <a:lnTo>
                  <a:pt x="5856897" y="590035"/>
                </a:lnTo>
                <a:lnTo>
                  <a:pt x="5877121" y="585531"/>
                </a:lnTo>
                <a:lnTo>
                  <a:pt x="5786169" y="585531"/>
                </a:lnTo>
                <a:lnTo>
                  <a:pt x="5773341" y="585427"/>
                </a:lnTo>
                <a:lnTo>
                  <a:pt x="5761666" y="585113"/>
                </a:lnTo>
                <a:lnTo>
                  <a:pt x="5751143" y="584590"/>
                </a:lnTo>
                <a:lnTo>
                  <a:pt x="5741772" y="583857"/>
                </a:lnTo>
                <a:lnTo>
                  <a:pt x="5741772" y="14240"/>
                </a:lnTo>
                <a:lnTo>
                  <a:pt x="5754859" y="13140"/>
                </a:lnTo>
                <a:lnTo>
                  <a:pt x="5768158" y="12355"/>
                </a:lnTo>
                <a:lnTo>
                  <a:pt x="5781666" y="11884"/>
                </a:lnTo>
                <a:lnTo>
                  <a:pt x="5795383" y="11727"/>
                </a:lnTo>
                <a:lnTo>
                  <a:pt x="5890325" y="11727"/>
                </a:lnTo>
                <a:lnTo>
                  <a:pt x="5886689" y="10889"/>
                </a:lnTo>
                <a:lnTo>
                  <a:pt x="5867212" y="7591"/>
                </a:lnTo>
                <a:lnTo>
                  <a:pt x="5848154" y="5235"/>
                </a:lnTo>
                <a:lnTo>
                  <a:pt x="5829516" y="3821"/>
                </a:lnTo>
                <a:lnTo>
                  <a:pt x="5811299" y="3350"/>
                </a:lnTo>
                <a:close/>
              </a:path>
              <a:path w="9386570" h="594360">
                <a:moveTo>
                  <a:pt x="5890325" y="11727"/>
                </a:moveTo>
                <a:lnTo>
                  <a:pt x="5795383" y="11727"/>
                </a:lnTo>
                <a:lnTo>
                  <a:pt x="5808785" y="11884"/>
                </a:lnTo>
                <a:lnTo>
                  <a:pt x="5821348" y="12355"/>
                </a:lnTo>
                <a:lnTo>
                  <a:pt x="5868469" y="20313"/>
                </a:lnTo>
                <a:lnTo>
                  <a:pt x="5917002" y="42197"/>
                </a:lnTo>
                <a:lnTo>
                  <a:pt x="5959567" y="77065"/>
                </a:lnTo>
                <a:lnTo>
                  <a:pt x="5983230" y="112247"/>
                </a:lnTo>
                <a:lnTo>
                  <a:pt x="6003963" y="162508"/>
                </a:lnTo>
                <a:lnTo>
                  <a:pt x="6018410" y="224914"/>
                </a:lnTo>
                <a:lnTo>
                  <a:pt x="6023230" y="298210"/>
                </a:lnTo>
                <a:lnTo>
                  <a:pt x="6020978" y="350879"/>
                </a:lnTo>
                <a:lnTo>
                  <a:pt x="6014223" y="398312"/>
                </a:lnTo>
                <a:lnTo>
                  <a:pt x="6002967" y="440510"/>
                </a:lnTo>
                <a:lnTo>
                  <a:pt x="5987210" y="477472"/>
                </a:lnTo>
                <a:lnTo>
                  <a:pt x="5959566" y="517210"/>
                </a:lnTo>
                <a:lnTo>
                  <a:pt x="5927315" y="546999"/>
                </a:lnTo>
                <a:lnTo>
                  <a:pt x="5885850" y="570245"/>
                </a:lnTo>
                <a:lnTo>
                  <a:pt x="5842289" y="582600"/>
                </a:lnTo>
                <a:lnTo>
                  <a:pt x="5798730" y="585479"/>
                </a:lnTo>
                <a:lnTo>
                  <a:pt x="5786169" y="585531"/>
                </a:lnTo>
                <a:lnTo>
                  <a:pt x="5877121" y="585531"/>
                </a:lnTo>
                <a:lnTo>
                  <a:pt x="5957000" y="559041"/>
                </a:lnTo>
                <a:lnTo>
                  <a:pt x="6000613" y="531922"/>
                </a:lnTo>
                <a:lnTo>
                  <a:pt x="6038725" y="493179"/>
                </a:lnTo>
                <a:lnTo>
                  <a:pt x="6067663" y="440510"/>
                </a:lnTo>
                <a:lnTo>
                  <a:pt x="6086474" y="376533"/>
                </a:lnTo>
                <a:lnTo>
                  <a:pt x="6092756" y="304912"/>
                </a:lnTo>
                <a:lnTo>
                  <a:pt x="6091708" y="268630"/>
                </a:lnTo>
                <a:lnTo>
                  <a:pt x="6083330" y="204549"/>
                </a:lnTo>
                <a:lnTo>
                  <a:pt x="6066944" y="151671"/>
                </a:lnTo>
                <a:lnTo>
                  <a:pt x="6044747" y="109368"/>
                </a:lnTo>
                <a:lnTo>
                  <a:pt x="6017416" y="76594"/>
                </a:lnTo>
                <a:lnTo>
                  <a:pt x="5984327" y="50207"/>
                </a:lnTo>
                <a:lnTo>
                  <a:pt x="5946056" y="29737"/>
                </a:lnTo>
                <a:lnTo>
                  <a:pt x="5906688" y="15496"/>
                </a:lnTo>
                <a:lnTo>
                  <a:pt x="5890325" y="11727"/>
                </a:lnTo>
                <a:close/>
              </a:path>
              <a:path w="9386570" h="594360">
                <a:moveTo>
                  <a:pt x="6539978" y="4188"/>
                </a:moveTo>
                <a:lnTo>
                  <a:pt x="6512335" y="4188"/>
                </a:lnTo>
                <a:lnTo>
                  <a:pt x="6439468" y="590557"/>
                </a:lnTo>
                <a:lnTo>
                  <a:pt x="6450348" y="590557"/>
                </a:lnTo>
                <a:lnTo>
                  <a:pt x="6506472" y="127325"/>
                </a:lnTo>
                <a:lnTo>
                  <a:pt x="6579946" y="127325"/>
                </a:lnTo>
                <a:lnTo>
                  <a:pt x="6539978" y="4188"/>
                </a:lnTo>
                <a:close/>
              </a:path>
              <a:path w="9386570" h="594360">
                <a:moveTo>
                  <a:pt x="6579946" y="127325"/>
                </a:moveTo>
                <a:lnTo>
                  <a:pt x="6506472" y="127325"/>
                </a:lnTo>
                <a:lnTo>
                  <a:pt x="6659765" y="590557"/>
                </a:lnTo>
                <a:lnTo>
                  <a:pt x="6712549" y="590557"/>
                </a:lnTo>
                <a:lnTo>
                  <a:pt x="6726898" y="546162"/>
                </a:lnTo>
                <a:lnTo>
                  <a:pt x="6715889" y="546162"/>
                </a:lnTo>
                <a:lnTo>
                  <a:pt x="6579946" y="127325"/>
                </a:lnTo>
                <a:close/>
              </a:path>
              <a:path w="9386570" h="594360">
                <a:moveTo>
                  <a:pt x="6933190" y="121463"/>
                </a:moveTo>
                <a:lnTo>
                  <a:pt x="6864167" y="121463"/>
                </a:lnTo>
                <a:lnTo>
                  <a:pt x="6921967" y="590557"/>
                </a:lnTo>
                <a:lnTo>
                  <a:pt x="6991483" y="590557"/>
                </a:lnTo>
                <a:lnTo>
                  <a:pt x="6933190" y="121463"/>
                </a:lnTo>
                <a:close/>
              </a:path>
              <a:path w="9386570" h="594360">
                <a:moveTo>
                  <a:pt x="6918616" y="4188"/>
                </a:moveTo>
                <a:lnTo>
                  <a:pt x="6890973" y="4188"/>
                </a:lnTo>
                <a:lnTo>
                  <a:pt x="6715889" y="546162"/>
                </a:lnTo>
                <a:lnTo>
                  <a:pt x="6726898" y="546162"/>
                </a:lnTo>
                <a:lnTo>
                  <a:pt x="6864167" y="121463"/>
                </a:lnTo>
                <a:lnTo>
                  <a:pt x="6933190" y="121463"/>
                </a:lnTo>
                <a:lnTo>
                  <a:pt x="6918616" y="4188"/>
                </a:lnTo>
                <a:close/>
              </a:path>
              <a:path w="9386570" h="594360">
                <a:moveTo>
                  <a:pt x="7334886" y="0"/>
                </a:moveTo>
                <a:lnTo>
                  <a:pt x="7325672" y="4188"/>
                </a:lnTo>
                <a:lnTo>
                  <a:pt x="7075208" y="590557"/>
                </a:lnTo>
                <a:lnTo>
                  <a:pt x="7085260" y="590557"/>
                </a:lnTo>
                <a:lnTo>
                  <a:pt x="7164839" y="406270"/>
                </a:lnTo>
                <a:lnTo>
                  <a:pt x="7480106" y="406270"/>
                </a:lnTo>
                <a:lnTo>
                  <a:pt x="7477112" y="397894"/>
                </a:lnTo>
                <a:lnTo>
                  <a:pt x="7168190" y="397894"/>
                </a:lnTo>
                <a:lnTo>
                  <a:pt x="7299704" y="94656"/>
                </a:lnTo>
                <a:lnTo>
                  <a:pt x="7368721" y="94656"/>
                </a:lnTo>
                <a:lnTo>
                  <a:pt x="7334886" y="0"/>
                </a:lnTo>
                <a:close/>
              </a:path>
              <a:path w="9386570" h="594360">
                <a:moveTo>
                  <a:pt x="7480106" y="406270"/>
                </a:moveTo>
                <a:lnTo>
                  <a:pt x="7409439" y="406270"/>
                </a:lnTo>
                <a:lnTo>
                  <a:pt x="7474777" y="590557"/>
                </a:lnTo>
                <a:lnTo>
                  <a:pt x="7545979" y="590557"/>
                </a:lnTo>
                <a:lnTo>
                  <a:pt x="7480106" y="406270"/>
                </a:lnTo>
                <a:close/>
              </a:path>
              <a:path w="9386570" h="594360">
                <a:moveTo>
                  <a:pt x="7368721" y="94656"/>
                </a:moveTo>
                <a:lnTo>
                  <a:pt x="7299704" y="94656"/>
                </a:lnTo>
                <a:lnTo>
                  <a:pt x="7406926" y="397894"/>
                </a:lnTo>
                <a:lnTo>
                  <a:pt x="7477112" y="397894"/>
                </a:lnTo>
                <a:lnTo>
                  <a:pt x="7368721" y="94656"/>
                </a:lnTo>
                <a:close/>
              </a:path>
              <a:path w="9386570" h="594360">
                <a:moveTo>
                  <a:pt x="7793343" y="4188"/>
                </a:moveTo>
                <a:lnTo>
                  <a:pt x="7754657" y="4607"/>
                </a:lnTo>
                <a:lnTo>
                  <a:pt x="7713140" y="5863"/>
                </a:lnTo>
                <a:lnTo>
                  <a:pt x="7668795" y="7958"/>
                </a:lnTo>
                <a:lnTo>
                  <a:pt x="7621621" y="10889"/>
                </a:lnTo>
                <a:lnTo>
                  <a:pt x="7621621" y="590557"/>
                </a:lnTo>
                <a:lnTo>
                  <a:pt x="7691148" y="590557"/>
                </a:lnTo>
                <a:lnTo>
                  <a:pt x="7691148" y="313289"/>
                </a:lnTo>
                <a:lnTo>
                  <a:pt x="7876743" y="313289"/>
                </a:lnTo>
                <a:lnTo>
                  <a:pt x="7873760" y="308263"/>
                </a:lnTo>
                <a:lnTo>
                  <a:pt x="7885145" y="304912"/>
                </a:lnTo>
                <a:lnTo>
                  <a:pt x="7691148" y="304912"/>
                </a:lnTo>
                <a:lnTo>
                  <a:pt x="7691148" y="18428"/>
                </a:lnTo>
                <a:lnTo>
                  <a:pt x="7717642" y="15863"/>
                </a:lnTo>
                <a:lnTo>
                  <a:pt x="7743506" y="14031"/>
                </a:lnTo>
                <a:lnTo>
                  <a:pt x="7768739" y="12931"/>
                </a:lnTo>
                <a:lnTo>
                  <a:pt x="7793343" y="12565"/>
                </a:lnTo>
                <a:lnTo>
                  <a:pt x="7876945" y="12565"/>
                </a:lnTo>
                <a:lnTo>
                  <a:pt x="7856567" y="8027"/>
                </a:lnTo>
                <a:lnTo>
                  <a:pt x="7793343" y="4188"/>
                </a:lnTo>
                <a:close/>
              </a:path>
              <a:path w="9386570" h="594360">
                <a:moveTo>
                  <a:pt x="7876743" y="313289"/>
                </a:moveTo>
                <a:lnTo>
                  <a:pt x="7799207" y="313289"/>
                </a:lnTo>
                <a:lnTo>
                  <a:pt x="7963391" y="590557"/>
                </a:lnTo>
                <a:lnTo>
                  <a:pt x="8041294" y="590557"/>
                </a:lnTo>
                <a:lnTo>
                  <a:pt x="7876743" y="313289"/>
                </a:lnTo>
                <a:close/>
              </a:path>
              <a:path w="9386570" h="594360">
                <a:moveTo>
                  <a:pt x="7876945" y="12565"/>
                </a:moveTo>
                <a:lnTo>
                  <a:pt x="7793343" y="12565"/>
                </a:lnTo>
                <a:lnTo>
                  <a:pt x="7825963" y="14711"/>
                </a:lnTo>
                <a:lnTo>
                  <a:pt x="7854289" y="21151"/>
                </a:lnTo>
                <a:lnTo>
                  <a:pt x="7898052" y="46909"/>
                </a:lnTo>
                <a:lnTo>
                  <a:pt x="7924439" y="87955"/>
                </a:lnTo>
                <a:lnTo>
                  <a:pt x="7933234" y="144079"/>
                </a:lnTo>
                <a:lnTo>
                  <a:pt x="7928510" y="200370"/>
                </a:lnTo>
                <a:lnTo>
                  <a:pt x="7914337" y="244599"/>
                </a:lnTo>
                <a:lnTo>
                  <a:pt x="7890716" y="276766"/>
                </a:lnTo>
                <a:lnTo>
                  <a:pt x="7857648" y="296870"/>
                </a:lnTo>
                <a:lnTo>
                  <a:pt x="7815133" y="304912"/>
                </a:lnTo>
                <a:lnTo>
                  <a:pt x="7885145" y="304912"/>
                </a:lnTo>
                <a:lnTo>
                  <a:pt x="7933028" y="285436"/>
                </a:lnTo>
                <a:lnTo>
                  <a:pt x="7971767" y="247112"/>
                </a:lnTo>
                <a:lnTo>
                  <a:pt x="7993136" y="197900"/>
                </a:lnTo>
                <a:lnTo>
                  <a:pt x="8000259" y="142404"/>
                </a:lnTo>
                <a:lnTo>
                  <a:pt x="7994511" y="100171"/>
                </a:lnTo>
                <a:lnTo>
                  <a:pt x="7977268" y="65617"/>
                </a:lnTo>
                <a:lnTo>
                  <a:pt x="7948530" y="38742"/>
                </a:lnTo>
                <a:lnTo>
                  <a:pt x="7908296" y="19545"/>
                </a:lnTo>
                <a:lnTo>
                  <a:pt x="7876945" y="12565"/>
                </a:lnTo>
                <a:close/>
              </a:path>
              <a:path w="9386570" h="594360">
                <a:moveTo>
                  <a:pt x="8194242" y="4188"/>
                </a:moveTo>
                <a:lnTo>
                  <a:pt x="8124715" y="4188"/>
                </a:lnTo>
                <a:lnTo>
                  <a:pt x="8124715" y="590557"/>
                </a:lnTo>
                <a:lnTo>
                  <a:pt x="8194242" y="590557"/>
                </a:lnTo>
                <a:lnTo>
                  <a:pt x="8194242" y="389517"/>
                </a:lnTo>
                <a:lnTo>
                  <a:pt x="8205198" y="374439"/>
                </a:lnTo>
                <a:lnTo>
                  <a:pt x="8194242" y="374439"/>
                </a:lnTo>
                <a:lnTo>
                  <a:pt x="8194242" y="4188"/>
                </a:lnTo>
                <a:close/>
              </a:path>
              <a:path w="9386570" h="594360">
                <a:moveTo>
                  <a:pt x="8356307" y="273081"/>
                </a:moveTo>
                <a:lnTo>
                  <a:pt x="8278847" y="273081"/>
                </a:lnTo>
                <a:lnTo>
                  <a:pt x="8466485" y="590557"/>
                </a:lnTo>
                <a:lnTo>
                  <a:pt x="8544389" y="590557"/>
                </a:lnTo>
                <a:lnTo>
                  <a:pt x="8356307" y="273081"/>
                </a:lnTo>
                <a:close/>
              </a:path>
              <a:path w="9386570" h="594360">
                <a:moveTo>
                  <a:pt x="8464810" y="4188"/>
                </a:moveTo>
                <a:lnTo>
                  <a:pt x="8194242" y="374439"/>
                </a:lnTo>
                <a:lnTo>
                  <a:pt x="8205198" y="374439"/>
                </a:lnTo>
                <a:lnTo>
                  <a:pt x="8278847" y="273081"/>
                </a:lnTo>
                <a:lnTo>
                  <a:pt x="8356307" y="273081"/>
                </a:lnTo>
                <a:lnTo>
                  <a:pt x="8321568" y="214443"/>
                </a:lnTo>
                <a:lnTo>
                  <a:pt x="8471511" y="10052"/>
                </a:lnTo>
                <a:lnTo>
                  <a:pt x="8464810" y="4188"/>
                </a:lnTo>
                <a:close/>
              </a:path>
              <a:path w="9386570" h="594360">
                <a:moveTo>
                  <a:pt x="8953025" y="4188"/>
                </a:moveTo>
                <a:lnTo>
                  <a:pt x="8619632" y="4188"/>
                </a:lnTo>
                <a:lnTo>
                  <a:pt x="8619632" y="590557"/>
                </a:lnTo>
                <a:lnTo>
                  <a:pt x="8971454" y="590557"/>
                </a:lnTo>
                <a:lnTo>
                  <a:pt x="8971454" y="582181"/>
                </a:lnTo>
                <a:lnTo>
                  <a:pt x="8689159" y="582181"/>
                </a:lnTo>
                <a:lnTo>
                  <a:pt x="8689159" y="272243"/>
                </a:lnTo>
                <a:lnTo>
                  <a:pt x="8933759" y="272243"/>
                </a:lnTo>
                <a:lnTo>
                  <a:pt x="8933759" y="263866"/>
                </a:lnTo>
                <a:lnTo>
                  <a:pt x="8689159" y="263866"/>
                </a:lnTo>
                <a:lnTo>
                  <a:pt x="8689159" y="12565"/>
                </a:lnTo>
                <a:lnTo>
                  <a:pt x="8953025" y="12565"/>
                </a:lnTo>
                <a:lnTo>
                  <a:pt x="8953025" y="4188"/>
                </a:lnTo>
                <a:close/>
              </a:path>
              <a:path w="9386570" h="594360">
                <a:moveTo>
                  <a:pt x="9240671" y="12565"/>
                </a:moveTo>
                <a:lnTo>
                  <a:pt x="9171144" y="12565"/>
                </a:lnTo>
                <a:lnTo>
                  <a:pt x="9171144" y="590557"/>
                </a:lnTo>
                <a:lnTo>
                  <a:pt x="9240671" y="590557"/>
                </a:lnTo>
                <a:lnTo>
                  <a:pt x="9240671" y="12565"/>
                </a:lnTo>
                <a:close/>
              </a:path>
              <a:path w="9386570" h="594360">
                <a:moveTo>
                  <a:pt x="9386426" y="4188"/>
                </a:moveTo>
                <a:lnTo>
                  <a:pt x="9026227" y="4188"/>
                </a:lnTo>
                <a:lnTo>
                  <a:pt x="9026227" y="12565"/>
                </a:lnTo>
                <a:lnTo>
                  <a:pt x="9386426" y="12565"/>
                </a:lnTo>
                <a:lnTo>
                  <a:pt x="9386426" y="41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2491" y="2094177"/>
            <a:ext cx="8492490" cy="8565515"/>
          </a:xfrm>
          <a:custGeom>
            <a:avLst/>
            <a:gdLst/>
            <a:ahLst/>
            <a:cxnLst/>
            <a:rect l="l" t="t" r="r" b="b"/>
            <a:pathLst>
              <a:path w="8492490" h="8565515">
                <a:moveTo>
                  <a:pt x="8491888" y="0"/>
                </a:moveTo>
                <a:lnTo>
                  <a:pt x="0" y="0"/>
                </a:lnTo>
                <a:lnTo>
                  <a:pt x="0" y="8565184"/>
                </a:lnTo>
                <a:lnTo>
                  <a:pt x="8491888" y="8565184"/>
                </a:lnTo>
                <a:lnTo>
                  <a:pt x="8491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27452" y="2094177"/>
            <a:ext cx="8492490" cy="8565515"/>
          </a:xfrm>
          <a:custGeom>
            <a:avLst/>
            <a:gdLst/>
            <a:ahLst/>
            <a:cxnLst/>
            <a:rect l="l" t="t" r="r" b="b"/>
            <a:pathLst>
              <a:path w="8492490" h="8565515">
                <a:moveTo>
                  <a:pt x="8491888" y="0"/>
                </a:moveTo>
                <a:lnTo>
                  <a:pt x="0" y="0"/>
                </a:lnTo>
                <a:lnTo>
                  <a:pt x="0" y="8565184"/>
                </a:lnTo>
                <a:lnTo>
                  <a:pt x="8491888" y="8565184"/>
                </a:lnTo>
                <a:lnTo>
                  <a:pt x="8491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6687" y="2683583"/>
            <a:ext cx="2162175" cy="261620"/>
          </a:xfrm>
          <a:custGeom>
            <a:avLst/>
            <a:gdLst/>
            <a:ahLst/>
            <a:cxnLst/>
            <a:rect l="l" t="t" r="r" b="b"/>
            <a:pathLst>
              <a:path w="2162175" h="261619">
                <a:moveTo>
                  <a:pt x="103347" y="30417"/>
                </a:moveTo>
                <a:lnTo>
                  <a:pt x="69997" y="30417"/>
                </a:lnTo>
                <a:lnTo>
                  <a:pt x="69997" y="258735"/>
                </a:lnTo>
                <a:lnTo>
                  <a:pt x="103347" y="258735"/>
                </a:lnTo>
                <a:lnTo>
                  <a:pt x="103347" y="30417"/>
                </a:lnTo>
                <a:close/>
              </a:path>
              <a:path w="2162175" h="261619">
                <a:moveTo>
                  <a:pt x="172979" y="3298"/>
                </a:moveTo>
                <a:lnTo>
                  <a:pt x="0" y="3298"/>
                </a:lnTo>
                <a:lnTo>
                  <a:pt x="0" y="30417"/>
                </a:lnTo>
                <a:lnTo>
                  <a:pt x="172979" y="30417"/>
                </a:lnTo>
                <a:lnTo>
                  <a:pt x="172979" y="3298"/>
                </a:lnTo>
                <a:close/>
              </a:path>
              <a:path w="2162175" h="261619">
                <a:moveTo>
                  <a:pt x="351460" y="2931"/>
                </a:moveTo>
                <a:lnTo>
                  <a:pt x="214030" y="2931"/>
                </a:lnTo>
                <a:lnTo>
                  <a:pt x="214030" y="258735"/>
                </a:lnTo>
                <a:lnTo>
                  <a:pt x="351460" y="258735"/>
                </a:lnTo>
                <a:lnTo>
                  <a:pt x="351460" y="231249"/>
                </a:lnTo>
                <a:lnTo>
                  <a:pt x="247379" y="231249"/>
                </a:lnTo>
                <a:lnTo>
                  <a:pt x="247379" y="143293"/>
                </a:lnTo>
                <a:lnTo>
                  <a:pt x="340466" y="143293"/>
                </a:lnTo>
                <a:lnTo>
                  <a:pt x="340466" y="115807"/>
                </a:lnTo>
                <a:lnTo>
                  <a:pt x="247379" y="115807"/>
                </a:lnTo>
                <a:lnTo>
                  <a:pt x="247379" y="30417"/>
                </a:lnTo>
                <a:lnTo>
                  <a:pt x="351460" y="30417"/>
                </a:lnTo>
                <a:lnTo>
                  <a:pt x="351460" y="2931"/>
                </a:lnTo>
                <a:close/>
              </a:path>
              <a:path w="2162175" h="261619">
                <a:moveTo>
                  <a:pt x="516998" y="0"/>
                </a:moveTo>
                <a:lnTo>
                  <a:pt x="467180" y="9482"/>
                </a:lnTo>
                <a:lnTo>
                  <a:pt x="426203" y="37014"/>
                </a:lnTo>
                <a:lnTo>
                  <a:pt x="398946" y="79090"/>
                </a:lnTo>
                <a:lnTo>
                  <a:pt x="389463" y="130833"/>
                </a:lnTo>
                <a:lnTo>
                  <a:pt x="390517" y="149042"/>
                </a:lnTo>
                <a:lnTo>
                  <a:pt x="406321" y="197899"/>
                </a:lnTo>
                <a:lnTo>
                  <a:pt x="438411" y="235211"/>
                </a:lnTo>
                <a:lnTo>
                  <a:pt x="483007" y="256811"/>
                </a:lnTo>
                <a:lnTo>
                  <a:pt x="516998" y="260934"/>
                </a:lnTo>
                <a:lnTo>
                  <a:pt x="537224" y="259697"/>
                </a:lnTo>
                <a:lnTo>
                  <a:pt x="556120" y="255986"/>
                </a:lnTo>
                <a:lnTo>
                  <a:pt x="573689" y="249802"/>
                </a:lnTo>
                <a:lnTo>
                  <a:pt x="589928" y="241144"/>
                </a:lnTo>
                <a:lnTo>
                  <a:pt x="601904" y="231982"/>
                </a:lnTo>
                <a:lnTo>
                  <a:pt x="516998" y="231982"/>
                </a:lnTo>
                <a:lnTo>
                  <a:pt x="503965" y="231203"/>
                </a:lnTo>
                <a:lnTo>
                  <a:pt x="458934" y="212650"/>
                </a:lnTo>
                <a:lnTo>
                  <a:pt x="430349" y="172337"/>
                </a:lnTo>
                <a:lnTo>
                  <a:pt x="423546" y="130833"/>
                </a:lnTo>
                <a:lnTo>
                  <a:pt x="424302" y="115945"/>
                </a:lnTo>
                <a:lnTo>
                  <a:pt x="435640" y="77327"/>
                </a:lnTo>
                <a:lnTo>
                  <a:pt x="468989" y="41778"/>
                </a:lnTo>
                <a:lnTo>
                  <a:pt x="516998" y="29318"/>
                </a:lnTo>
                <a:lnTo>
                  <a:pt x="601880" y="29318"/>
                </a:lnTo>
                <a:lnTo>
                  <a:pt x="589928" y="20156"/>
                </a:lnTo>
                <a:lnTo>
                  <a:pt x="573689" y="11337"/>
                </a:lnTo>
                <a:lnTo>
                  <a:pt x="556120" y="5038"/>
                </a:lnTo>
                <a:lnTo>
                  <a:pt x="537224" y="1259"/>
                </a:lnTo>
                <a:lnTo>
                  <a:pt x="516998" y="0"/>
                </a:lnTo>
                <a:close/>
              </a:path>
              <a:path w="2162175" h="261619">
                <a:moveTo>
                  <a:pt x="635372" y="184339"/>
                </a:moveTo>
                <a:lnTo>
                  <a:pt x="595425" y="184339"/>
                </a:lnTo>
                <a:lnTo>
                  <a:pt x="589516" y="195219"/>
                </a:lnTo>
                <a:lnTo>
                  <a:pt x="582415" y="204770"/>
                </a:lnTo>
                <a:lnTo>
                  <a:pt x="542835" y="228958"/>
                </a:lnTo>
                <a:lnTo>
                  <a:pt x="516998" y="231982"/>
                </a:lnTo>
                <a:lnTo>
                  <a:pt x="601904" y="231982"/>
                </a:lnTo>
                <a:lnTo>
                  <a:pt x="604450" y="230035"/>
                </a:lnTo>
                <a:lnTo>
                  <a:pt x="616864" y="216864"/>
                </a:lnTo>
                <a:lnTo>
                  <a:pt x="627172" y="201632"/>
                </a:lnTo>
                <a:lnTo>
                  <a:pt x="635372" y="184339"/>
                </a:lnTo>
                <a:close/>
              </a:path>
              <a:path w="2162175" h="261619">
                <a:moveTo>
                  <a:pt x="601880" y="29318"/>
                </a:moveTo>
                <a:lnTo>
                  <a:pt x="516998" y="29318"/>
                </a:lnTo>
                <a:lnTo>
                  <a:pt x="530421" y="30096"/>
                </a:lnTo>
                <a:lnTo>
                  <a:pt x="542835" y="32433"/>
                </a:lnTo>
                <a:lnTo>
                  <a:pt x="582415" y="56895"/>
                </a:lnTo>
                <a:lnTo>
                  <a:pt x="595425" y="77327"/>
                </a:lnTo>
                <a:lnTo>
                  <a:pt x="635372" y="77327"/>
                </a:lnTo>
                <a:lnTo>
                  <a:pt x="627172" y="59873"/>
                </a:lnTo>
                <a:lnTo>
                  <a:pt x="616864" y="44527"/>
                </a:lnTo>
                <a:lnTo>
                  <a:pt x="604450" y="31287"/>
                </a:lnTo>
                <a:lnTo>
                  <a:pt x="601880" y="29318"/>
                </a:lnTo>
                <a:close/>
              </a:path>
              <a:path w="2162175" h="261619">
                <a:moveTo>
                  <a:pt x="718365" y="3298"/>
                </a:moveTo>
                <a:lnTo>
                  <a:pt x="685015" y="3298"/>
                </a:lnTo>
                <a:lnTo>
                  <a:pt x="685015" y="258735"/>
                </a:lnTo>
                <a:lnTo>
                  <a:pt x="718365" y="258735"/>
                </a:lnTo>
                <a:lnTo>
                  <a:pt x="718365" y="142927"/>
                </a:lnTo>
                <a:lnTo>
                  <a:pt x="881816" y="142927"/>
                </a:lnTo>
                <a:lnTo>
                  <a:pt x="881816" y="115441"/>
                </a:lnTo>
                <a:lnTo>
                  <a:pt x="718365" y="115441"/>
                </a:lnTo>
                <a:lnTo>
                  <a:pt x="718365" y="3298"/>
                </a:lnTo>
                <a:close/>
              </a:path>
              <a:path w="2162175" h="261619">
                <a:moveTo>
                  <a:pt x="881816" y="142927"/>
                </a:moveTo>
                <a:lnTo>
                  <a:pt x="848466" y="142927"/>
                </a:lnTo>
                <a:lnTo>
                  <a:pt x="848466" y="258735"/>
                </a:lnTo>
                <a:lnTo>
                  <a:pt x="881816" y="258735"/>
                </a:lnTo>
                <a:lnTo>
                  <a:pt x="881816" y="142927"/>
                </a:lnTo>
                <a:close/>
              </a:path>
              <a:path w="2162175" h="261619">
                <a:moveTo>
                  <a:pt x="881816" y="3298"/>
                </a:moveTo>
                <a:lnTo>
                  <a:pt x="848466" y="3298"/>
                </a:lnTo>
                <a:lnTo>
                  <a:pt x="848466" y="115441"/>
                </a:lnTo>
                <a:lnTo>
                  <a:pt x="881816" y="115441"/>
                </a:lnTo>
                <a:lnTo>
                  <a:pt x="881816" y="3298"/>
                </a:lnTo>
                <a:close/>
              </a:path>
              <a:path w="2162175" h="261619">
                <a:moveTo>
                  <a:pt x="1064679" y="190569"/>
                </a:moveTo>
                <a:lnTo>
                  <a:pt x="1029136" y="190569"/>
                </a:lnTo>
                <a:lnTo>
                  <a:pt x="1030006" y="200716"/>
                </a:lnTo>
                <a:lnTo>
                  <a:pt x="1047068" y="235051"/>
                </a:lnTo>
                <a:lnTo>
                  <a:pt x="1082411" y="256353"/>
                </a:lnTo>
                <a:lnTo>
                  <a:pt x="1117452" y="261300"/>
                </a:lnTo>
                <a:lnTo>
                  <a:pt x="1130211" y="260659"/>
                </a:lnTo>
                <a:lnTo>
                  <a:pt x="1172380" y="245519"/>
                </a:lnTo>
                <a:lnTo>
                  <a:pt x="1186145" y="233081"/>
                </a:lnTo>
                <a:lnTo>
                  <a:pt x="1117452" y="233081"/>
                </a:lnTo>
                <a:lnTo>
                  <a:pt x="1105728" y="232326"/>
                </a:lnTo>
                <a:lnTo>
                  <a:pt x="1069264" y="207153"/>
                </a:lnTo>
                <a:lnTo>
                  <a:pt x="1066285" y="199204"/>
                </a:lnTo>
                <a:lnTo>
                  <a:pt x="1064679" y="190569"/>
                </a:lnTo>
                <a:close/>
              </a:path>
              <a:path w="2162175" h="261619">
                <a:moveTo>
                  <a:pt x="1115254" y="0"/>
                </a:moveTo>
                <a:lnTo>
                  <a:pt x="1070909" y="8795"/>
                </a:lnTo>
                <a:lnTo>
                  <a:pt x="1041224" y="33715"/>
                </a:lnTo>
                <a:lnTo>
                  <a:pt x="1030602" y="70730"/>
                </a:lnTo>
                <a:lnTo>
                  <a:pt x="1031266" y="82045"/>
                </a:lnTo>
                <a:lnTo>
                  <a:pt x="1053229" y="120938"/>
                </a:lnTo>
                <a:lnTo>
                  <a:pt x="1095899" y="139262"/>
                </a:lnTo>
                <a:lnTo>
                  <a:pt x="1117660" y="145263"/>
                </a:lnTo>
                <a:lnTo>
                  <a:pt x="1126341" y="147874"/>
                </a:lnTo>
                <a:lnTo>
                  <a:pt x="1166079" y="172856"/>
                </a:lnTo>
                <a:lnTo>
                  <a:pt x="1168760" y="180797"/>
                </a:lnTo>
                <a:lnTo>
                  <a:pt x="1168760" y="190569"/>
                </a:lnTo>
                <a:lnTo>
                  <a:pt x="1147414" y="226484"/>
                </a:lnTo>
                <a:lnTo>
                  <a:pt x="1117452" y="233081"/>
                </a:lnTo>
                <a:lnTo>
                  <a:pt x="1186145" y="233081"/>
                </a:lnTo>
                <a:lnTo>
                  <a:pt x="1201858" y="198311"/>
                </a:lnTo>
                <a:lnTo>
                  <a:pt x="1202476" y="189103"/>
                </a:lnTo>
                <a:lnTo>
                  <a:pt x="1201789" y="177651"/>
                </a:lnTo>
                <a:lnTo>
                  <a:pt x="1179388" y="138621"/>
                </a:lnTo>
                <a:lnTo>
                  <a:pt x="1136441" y="119655"/>
                </a:lnTo>
                <a:lnTo>
                  <a:pt x="1114544" y="113333"/>
                </a:lnTo>
                <a:lnTo>
                  <a:pt x="1105818" y="110676"/>
                </a:lnTo>
                <a:lnTo>
                  <a:pt x="1072375" y="92352"/>
                </a:lnTo>
                <a:lnTo>
                  <a:pt x="1064679" y="78915"/>
                </a:lnTo>
                <a:lnTo>
                  <a:pt x="1064679" y="69631"/>
                </a:lnTo>
                <a:lnTo>
                  <a:pt x="1084950" y="34769"/>
                </a:lnTo>
                <a:lnTo>
                  <a:pt x="1111955" y="28585"/>
                </a:lnTo>
                <a:lnTo>
                  <a:pt x="1184812" y="28585"/>
                </a:lnTo>
                <a:lnTo>
                  <a:pt x="1184176" y="27668"/>
                </a:lnTo>
                <a:lnTo>
                  <a:pt x="1173890" y="17957"/>
                </a:lnTo>
                <a:lnTo>
                  <a:pt x="1161708" y="10100"/>
                </a:lnTo>
                <a:lnTo>
                  <a:pt x="1147874" y="4489"/>
                </a:lnTo>
                <a:lnTo>
                  <a:pt x="1132389" y="1122"/>
                </a:lnTo>
                <a:lnTo>
                  <a:pt x="1115254" y="0"/>
                </a:lnTo>
                <a:close/>
              </a:path>
              <a:path w="2162175" h="261619">
                <a:moveTo>
                  <a:pt x="1184812" y="28585"/>
                </a:moveTo>
                <a:lnTo>
                  <a:pt x="1111955" y="28585"/>
                </a:lnTo>
                <a:lnTo>
                  <a:pt x="1122587" y="29295"/>
                </a:lnTo>
                <a:lnTo>
                  <a:pt x="1132116" y="31425"/>
                </a:lnTo>
                <a:lnTo>
                  <a:pt x="1161617" y="58499"/>
                </a:lnTo>
                <a:lnTo>
                  <a:pt x="1163263" y="65599"/>
                </a:lnTo>
                <a:lnTo>
                  <a:pt x="1199911" y="65599"/>
                </a:lnTo>
                <a:lnTo>
                  <a:pt x="1197188" y="51490"/>
                </a:lnTo>
                <a:lnTo>
                  <a:pt x="1191942" y="38846"/>
                </a:lnTo>
                <a:lnTo>
                  <a:pt x="1184812" y="28585"/>
                </a:lnTo>
                <a:close/>
              </a:path>
              <a:path w="2162175" h="261619">
                <a:moveTo>
                  <a:pt x="1339142" y="30417"/>
                </a:moveTo>
                <a:lnTo>
                  <a:pt x="1305792" y="30417"/>
                </a:lnTo>
                <a:lnTo>
                  <a:pt x="1305792" y="258735"/>
                </a:lnTo>
                <a:lnTo>
                  <a:pt x="1339142" y="258735"/>
                </a:lnTo>
                <a:lnTo>
                  <a:pt x="1339142" y="30417"/>
                </a:lnTo>
                <a:close/>
              </a:path>
              <a:path w="2162175" h="261619">
                <a:moveTo>
                  <a:pt x="1408773" y="3298"/>
                </a:moveTo>
                <a:lnTo>
                  <a:pt x="1235794" y="3298"/>
                </a:lnTo>
                <a:lnTo>
                  <a:pt x="1235794" y="30417"/>
                </a:lnTo>
                <a:lnTo>
                  <a:pt x="1408773" y="30417"/>
                </a:lnTo>
                <a:lnTo>
                  <a:pt x="1408773" y="3298"/>
                </a:lnTo>
                <a:close/>
              </a:path>
              <a:path w="2162175" h="261619">
                <a:moveTo>
                  <a:pt x="1564538" y="4764"/>
                </a:moveTo>
                <a:lnTo>
                  <a:pt x="1526058" y="4764"/>
                </a:lnTo>
                <a:lnTo>
                  <a:pt x="1433705" y="258735"/>
                </a:lnTo>
                <a:lnTo>
                  <a:pt x="1468887" y="258735"/>
                </a:lnTo>
                <a:lnTo>
                  <a:pt x="1489410" y="201930"/>
                </a:lnTo>
                <a:lnTo>
                  <a:pt x="1635951" y="201930"/>
                </a:lnTo>
                <a:lnTo>
                  <a:pt x="1626128" y="174811"/>
                </a:lnTo>
                <a:lnTo>
                  <a:pt x="1498938" y="174811"/>
                </a:lnTo>
                <a:lnTo>
                  <a:pt x="1545115" y="45809"/>
                </a:lnTo>
                <a:lnTo>
                  <a:pt x="1579405" y="45809"/>
                </a:lnTo>
                <a:lnTo>
                  <a:pt x="1564538" y="4764"/>
                </a:lnTo>
                <a:close/>
              </a:path>
              <a:path w="2162175" h="261619">
                <a:moveTo>
                  <a:pt x="1635951" y="201930"/>
                </a:moveTo>
                <a:lnTo>
                  <a:pt x="1600820" y="201930"/>
                </a:lnTo>
                <a:lnTo>
                  <a:pt x="1621343" y="258735"/>
                </a:lnTo>
                <a:lnTo>
                  <a:pt x="1656525" y="258735"/>
                </a:lnTo>
                <a:lnTo>
                  <a:pt x="1635951" y="201930"/>
                </a:lnTo>
                <a:close/>
              </a:path>
              <a:path w="2162175" h="261619">
                <a:moveTo>
                  <a:pt x="1579405" y="45809"/>
                </a:moveTo>
                <a:lnTo>
                  <a:pt x="1545115" y="45809"/>
                </a:lnTo>
                <a:lnTo>
                  <a:pt x="1591291" y="174811"/>
                </a:lnTo>
                <a:lnTo>
                  <a:pt x="1626128" y="174811"/>
                </a:lnTo>
                <a:lnTo>
                  <a:pt x="1579405" y="45809"/>
                </a:lnTo>
                <a:close/>
              </a:path>
              <a:path w="2162175" h="261619">
                <a:moveTo>
                  <a:pt x="1811850" y="0"/>
                </a:moveTo>
                <a:lnTo>
                  <a:pt x="1762034" y="9482"/>
                </a:lnTo>
                <a:lnTo>
                  <a:pt x="1721054" y="37014"/>
                </a:lnTo>
                <a:lnTo>
                  <a:pt x="1693799" y="79090"/>
                </a:lnTo>
                <a:lnTo>
                  <a:pt x="1684315" y="130833"/>
                </a:lnTo>
                <a:lnTo>
                  <a:pt x="1685369" y="149042"/>
                </a:lnTo>
                <a:lnTo>
                  <a:pt x="1701173" y="197899"/>
                </a:lnTo>
                <a:lnTo>
                  <a:pt x="1733264" y="235211"/>
                </a:lnTo>
                <a:lnTo>
                  <a:pt x="1777862" y="256811"/>
                </a:lnTo>
                <a:lnTo>
                  <a:pt x="1811850" y="260934"/>
                </a:lnTo>
                <a:lnTo>
                  <a:pt x="1832076" y="259697"/>
                </a:lnTo>
                <a:lnTo>
                  <a:pt x="1850973" y="255986"/>
                </a:lnTo>
                <a:lnTo>
                  <a:pt x="1868542" y="249802"/>
                </a:lnTo>
                <a:lnTo>
                  <a:pt x="1884780" y="241144"/>
                </a:lnTo>
                <a:lnTo>
                  <a:pt x="1896755" y="231982"/>
                </a:lnTo>
                <a:lnTo>
                  <a:pt x="1811850" y="231982"/>
                </a:lnTo>
                <a:lnTo>
                  <a:pt x="1798818" y="231203"/>
                </a:lnTo>
                <a:lnTo>
                  <a:pt x="1753787" y="212650"/>
                </a:lnTo>
                <a:lnTo>
                  <a:pt x="1725200" y="172337"/>
                </a:lnTo>
                <a:lnTo>
                  <a:pt x="1718397" y="130833"/>
                </a:lnTo>
                <a:lnTo>
                  <a:pt x="1719153" y="115945"/>
                </a:lnTo>
                <a:lnTo>
                  <a:pt x="1730491" y="77327"/>
                </a:lnTo>
                <a:lnTo>
                  <a:pt x="1763841" y="41778"/>
                </a:lnTo>
                <a:lnTo>
                  <a:pt x="1811850" y="29318"/>
                </a:lnTo>
                <a:lnTo>
                  <a:pt x="1896731" y="29318"/>
                </a:lnTo>
                <a:lnTo>
                  <a:pt x="1884780" y="20156"/>
                </a:lnTo>
                <a:lnTo>
                  <a:pt x="1868542" y="11337"/>
                </a:lnTo>
                <a:lnTo>
                  <a:pt x="1850973" y="5038"/>
                </a:lnTo>
                <a:lnTo>
                  <a:pt x="1832076" y="1259"/>
                </a:lnTo>
                <a:lnTo>
                  <a:pt x="1811850" y="0"/>
                </a:lnTo>
                <a:close/>
              </a:path>
              <a:path w="2162175" h="261619">
                <a:moveTo>
                  <a:pt x="1930223" y="184339"/>
                </a:moveTo>
                <a:lnTo>
                  <a:pt x="1890277" y="184339"/>
                </a:lnTo>
                <a:lnTo>
                  <a:pt x="1884366" y="195219"/>
                </a:lnTo>
                <a:lnTo>
                  <a:pt x="1877264" y="204770"/>
                </a:lnTo>
                <a:lnTo>
                  <a:pt x="1837686" y="228958"/>
                </a:lnTo>
                <a:lnTo>
                  <a:pt x="1811850" y="231982"/>
                </a:lnTo>
                <a:lnTo>
                  <a:pt x="1896755" y="231982"/>
                </a:lnTo>
                <a:lnTo>
                  <a:pt x="1899300" y="230035"/>
                </a:lnTo>
                <a:lnTo>
                  <a:pt x="1911715" y="216864"/>
                </a:lnTo>
                <a:lnTo>
                  <a:pt x="1922023" y="201632"/>
                </a:lnTo>
                <a:lnTo>
                  <a:pt x="1930223" y="184339"/>
                </a:lnTo>
                <a:close/>
              </a:path>
              <a:path w="2162175" h="261619">
                <a:moveTo>
                  <a:pt x="1896731" y="29318"/>
                </a:moveTo>
                <a:lnTo>
                  <a:pt x="1811850" y="29318"/>
                </a:lnTo>
                <a:lnTo>
                  <a:pt x="1825271" y="30096"/>
                </a:lnTo>
                <a:lnTo>
                  <a:pt x="1837686" y="32433"/>
                </a:lnTo>
                <a:lnTo>
                  <a:pt x="1877264" y="56895"/>
                </a:lnTo>
                <a:lnTo>
                  <a:pt x="1890277" y="77327"/>
                </a:lnTo>
                <a:lnTo>
                  <a:pt x="1930223" y="77327"/>
                </a:lnTo>
                <a:lnTo>
                  <a:pt x="1922023" y="59873"/>
                </a:lnTo>
                <a:lnTo>
                  <a:pt x="1911715" y="44527"/>
                </a:lnTo>
                <a:lnTo>
                  <a:pt x="1899300" y="31287"/>
                </a:lnTo>
                <a:lnTo>
                  <a:pt x="1896731" y="29318"/>
                </a:lnTo>
                <a:close/>
              </a:path>
              <a:path w="2162175" h="261619">
                <a:moveTo>
                  <a:pt x="2013216" y="3298"/>
                </a:moveTo>
                <a:lnTo>
                  <a:pt x="1979866" y="3298"/>
                </a:lnTo>
                <a:lnTo>
                  <a:pt x="1979866" y="258735"/>
                </a:lnTo>
                <a:lnTo>
                  <a:pt x="2013216" y="258735"/>
                </a:lnTo>
                <a:lnTo>
                  <a:pt x="2013216" y="142194"/>
                </a:lnTo>
                <a:lnTo>
                  <a:pt x="2055178" y="142194"/>
                </a:lnTo>
                <a:lnTo>
                  <a:pt x="2045100" y="131199"/>
                </a:lnTo>
                <a:lnTo>
                  <a:pt x="2053727" y="121671"/>
                </a:lnTo>
                <a:lnTo>
                  <a:pt x="2013216" y="121671"/>
                </a:lnTo>
                <a:lnTo>
                  <a:pt x="2013216" y="3298"/>
                </a:lnTo>
                <a:close/>
              </a:path>
              <a:path w="2162175" h="261619">
                <a:moveTo>
                  <a:pt x="2055178" y="142194"/>
                </a:moveTo>
                <a:lnTo>
                  <a:pt x="2013216" y="142194"/>
                </a:lnTo>
                <a:lnTo>
                  <a:pt x="2118396" y="258735"/>
                </a:lnTo>
                <a:lnTo>
                  <a:pt x="2162007" y="258735"/>
                </a:lnTo>
                <a:lnTo>
                  <a:pt x="2055178" y="142194"/>
                </a:lnTo>
                <a:close/>
              </a:path>
              <a:path w="2162175" h="261619">
                <a:moveTo>
                  <a:pt x="2160908" y="3298"/>
                </a:moveTo>
                <a:lnTo>
                  <a:pt x="2118762" y="3298"/>
                </a:lnTo>
                <a:lnTo>
                  <a:pt x="2013216" y="121671"/>
                </a:lnTo>
                <a:lnTo>
                  <a:pt x="2053727" y="121671"/>
                </a:lnTo>
                <a:lnTo>
                  <a:pt x="2160908" y="32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82811" y="2683950"/>
            <a:ext cx="2780665" cy="260985"/>
          </a:xfrm>
          <a:custGeom>
            <a:avLst/>
            <a:gdLst/>
            <a:ahLst/>
            <a:cxnLst/>
            <a:rect l="l" t="t" r="r" b="b"/>
            <a:pathLst>
              <a:path w="2780665" h="260985">
                <a:moveTo>
                  <a:pt x="35915" y="4764"/>
                </a:moveTo>
                <a:lnTo>
                  <a:pt x="0" y="4764"/>
                </a:lnTo>
                <a:lnTo>
                  <a:pt x="0" y="258369"/>
                </a:lnTo>
                <a:lnTo>
                  <a:pt x="33349" y="258369"/>
                </a:lnTo>
                <a:lnTo>
                  <a:pt x="33349" y="68898"/>
                </a:lnTo>
                <a:lnTo>
                  <a:pt x="64618" y="68898"/>
                </a:lnTo>
                <a:lnTo>
                  <a:pt x="35915" y="4764"/>
                </a:lnTo>
                <a:close/>
              </a:path>
              <a:path w="2780665" h="260985">
                <a:moveTo>
                  <a:pt x="64618" y="68898"/>
                </a:moveTo>
                <a:lnTo>
                  <a:pt x="33349" y="68898"/>
                </a:lnTo>
                <a:lnTo>
                  <a:pt x="118006" y="258369"/>
                </a:lnTo>
                <a:lnTo>
                  <a:pt x="141461" y="258369"/>
                </a:lnTo>
                <a:lnTo>
                  <a:pt x="161064" y="214391"/>
                </a:lnTo>
                <a:lnTo>
                  <a:pt x="129734" y="214391"/>
                </a:lnTo>
                <a:lnTo>
                  <a:pt x="64618" y="68898"/>
                </a:lnTo>
                <a:close/>
              </a:path>
              <a:path w="2780665" h="260985">
                <a:moveTo>
                  <a:pt x="259102" y="69265"/>
                </a:moveTo>
                <a:lnTo>
                  <a:pt x="225752" y="69265"/>
                </a:lnTo>
                <a:lnTo>
                  <a:pt x="225752" y="258369"/>
                </a:lnTo>
                <a:lnTo>
                  <a:pt x="259102" y="258369"/>
                </a:lnTo>
                <a:lnTo>
                  <a:pt x="259102" y="69265"/>
                </a:lnTo>
                <a:close/>
              </a:path>
              <a:path w="2780665" h="260985">
                <a:moveTo>
                  <a:pt x="259102" y="4764"/>
                </a:moveTo>
                <a:lnTo>
                  <a:pt x="223553" y="4764"/>
                </a:lnTo>
                <a:lnTo>
                  <a:pt x="129734" y="214391"/>
                </a:lnTo>
                <a:lnTo>
                  <a:pt x="161064" y="214391"/>
                </a:lnTo>
                <a:lnTo>
                  <a:pt x="225752" y="69265"/>
                </a:lnTo>
                <a:lnTo>
                  <a:pt x="259102" y="69265"/>
                </a:lnTo>
                <a:lnTo>
                  <a:pt x="259102" y="4764"/>
                </a:lnTo>
                <a:close/>
              </a:path>
              <a:path w="2780665" h="260985">
                <a:moveTo>
                  <a:pt x="430369" y="4397"/>
                </a:moveTo>
                <a:lnTo>
                  <a:pt x="391888" y="4397"/>
                </a:lnTo>
                <a:lnTo>
                  <a:pt x="299535" y="258369"/>
                </a:lnTo>
                <a:lnTo>
                  <a:pt x="334717" y="258369"/>
                </a:lnTo>
                <a:lnTo>
                  <a:pt x="355240" y="201564"/>
                </a:lnTo>
                <a:lnTo>
                  <a:pt x="501781" y="201564"/>
                </a:lnTo>
                <a:lnTo>
                  <a:pt x="491959" y="174445"/>
                </a:lnTo>
                <a:lnTo>
                  <a:pt x="364768" y="174445"/>
                </a:lnTo>
                <a:lnTo>
                  <a:pt x="410945" y="45443"/>
                </a:lnTo>
                <a:lnTo>
                  <a:pt x="445235" y="45443"/>
                </a:lnTo>
                <a:lnTo>
                  <a:pt x="430369" y="4397"/>
                </a:lnTo>
                <a:close/>
              </a:path>
              <a:path w="2780665" h="260985">
                <a:moveTo>
                  <a:pt x="501781" y="201564"/>
                </a:moveTo>
                <a:lnTo>
                  <a:pt x="466650" y="201564"/>
                </a:lnTo>
                <a:lnTo>
                  <a:pt x="487173" y="258369"/>
                </a:lnTo>
                <a:lnTo>
                  <a:pt x="522355" y="258369"/>
                </a:lnTo>
                <a:lnTo>
                  <a:pt x="501781" y="201564"/>
                </a:lnTo>
                <a:close/>
              </a:path>
              <a:path w="2780665" h="260985">
                <a:moveTo>
                  <a:pt x="445235" y="45443"/>
                </a:moveTo>
                <a:lnTo>
                  <a:pt x="410945" y="45443"/>
                </a:lnTo>
                <a:lnTo>
                  <a:pt x="457122" y="174445"/>
                </a:lnTo>
                <a:lnTo>
                  <a:pt x="491959" y="174445"/>
                </a:lnTo>
                <a:lnTo>
                  <a:pt x="445235" y="45443"/>
                </a:lnTo>
                <a:close/>
              </a:path>
              <a:path w="2780665" h="260985">
                <a:moveTo>
                  <a:pt x="645064" y="2931"/>
                </a:moveTo>
                <a:lnTo>
                  <a:pt x="562605" y="2931"/>
                </a:lnTo>
                <a:lnTo>
                  <a:pt x="562605" y="258369"/>
                </a:lnTo>
                <a:lnTo>
                  <a:pt x="595955" y="258369"/>
                </a:lnTo>
                <a:lnTo>
                  <a:pt x="595955" y="153922"/>
                </a:lnTo>
                <a:lnTo>
                  <a:pt x="674454" y="153922"/>
                </a:lnTo>
                <a:lnTo>
                  <a:pt x="672916" y="151356"/>
                </a:lnTo>
                <a:lnTo>
                  <a:pt x="687163" y="147211"/>
                </a:lnTo>
                <a:lnTo>
                  <a:pt x="699486" y="141370"/>
                </a:lnTo>
                <a:lnTo>
                  <a:pt x="709885" y="133834"/>
                </a:lnTo>
                <a:lnTo>
                  <a:pt x="716004" y="127169"/>
                </a:lnTo>
                <a:lnTo>
                  <a:pt x="595955" y="127169"/>
                </a:lnTo>
                <a:lnTo>
                  <a:pt x="595955" y="30418"/>
                </a:lnTo>
                <a:lnTo>
                  <a:pt x="717141" y="30418"/>
                </a:lnTo>
                <a:lnTo>
                  <a:pt x="711397" y="24462"/>
                </a:lnTo>
                <a:lnTo>
                  <a:pt x="671725" y="5405"/>
                </a:lnTo>
                <a:lnTo>
                  <a:pt x="658967" y="3550"/>
                </a:lnTo>
                <a:lnTo>
                  <a:pt x="645064" y="2931"/>
                </a:lnTo>
                <a:close/>
              </a:path>
              <a:path w="2780665" h="260985">
                <a:moveTo>
                  <a:pt x="674454" y="153922"/>
                </a:moveTo>
                <a:lnTo>
                  <a:pt x="636268" y="153922"/>
                </a:lnTo>
                <a:lnTo>
                  <a:pt x="697104" y="258369"/>
                </a:lnTo>
                <a:lnTo>
                  <a:pt x="737050" y="258369"/>
                </a:lnTo>
                <a:lnTo>
                  <a:pt x="674454" y="153922"/>
                </a:lnTo>
                <a:close/>
              </a:path>
              <a:path w="2780665" h="260985">
                <a:moveTo>
                  <a:pt x="717141" y="30418"/>
                </a:moveTo>
                <a:lnTo>
                  <a:pt x="645064" y="30418"/>
                </a:lnTo>
                <a:lnTo>
                  <a:pt x="657913" y="31196"/>
                </a:lnTo>
                <a:lnTo>
                  <a:pt x="668977" y="33533"/>
                </a:lnTo>
                <a:lnTo>
                  <a:pt x="698455" y="67341"/>
                </a:lnTo>
                <a:lnTo>
                  <a:pt x="699303" y="78060"/>
                </a:lnTo>
                <a:lnTo>
                  <a:pt x="698455" y="88688"/>
                </a:lnTo>
                <a:lnTo>
                  <a:pt x="668793" y="123870"/>
                </a:lnTo>
                <a:lnTo>
                  <a:pt x="645064" y="127169"/>
                </a:lnTo>
                <a:lnTo>
                  <a:pt x="716004" y="127169"/>
                </a:lnTo>
                <a:lnTo>
                  <a:pt x="732790" y="90864"/>
                </a:lnTo>
                <a:lnTo>
                  <a:pt x="733752" y="78060"/>
                </a:lnTo>
                <a:lnTo>
                  <a:pt x="733134" y="67547"/>
                </a:lnTo>
                <a:lnTo>
                  <a:pt x="731278" y="57629"/>
                </a:lnTo>
                <a:lnTo>
                  <a:pt x="728186" y="48307"/>
                </a:lnTo>
                <a:lnTo>
                  <a:pt x="723857" y="39580"/>
                </a:lnTo>
                <a:lnTo>
                  <a:pt x="718268" y="31586"/>
                </a:lnTo>
                <a:lnTo>
                  <a:pt x="717141" y="30418"/>
                </a:lnTo>
                <a:close/>
              </a:path>
              <a:path w="2780665" h="260985">
                <a:moveTo>
                  <a:pt x="818921" y="2931"/>
                </a:moveTo>
                <a:lnTo>
                  <a:pt x="785571" y="2931"/>
                </a:lnTo>
                <a:lnTo>
                  <a:pt x="785571" y="258369"/>
                </a:lnTo>
                <a:lnTo>
                  <a:pt x="818921" y="258369"/>
                </a:lnTo>
                <a:lnTo>
                  <a:pt x="818921" y="141828"/>
                </a:lnTo>
                <a:lnTo>
                  <a:pt x="860883" y="141828"/>
                </a:lnTo>
                <a:lnTo>
                  <a:pt x="850805" y="130834"/>
                </a:lnTo>
                <a:lnTo>
                  <a:pt x="859433" y="121305"/>
                </a:lnTo>
                <a:lnTo>
                  <a:pt x="818921" y="121305"/>
                </a:lnTo>
                <a:lnTo>
                  <a:pt x="818921" y="2931"/>
                </a:lnTo>
                <a:close/>
              </a:path>
              <a:path w="2780665" h="260985">
                <a:moveTo>
                  <a:pt x="860883" y="141828"/>
                </a:moveTo>
                <a:lnTo>
                  <a:pt x="818921" y="141828"/>
                </a:lnTo>
                <a:lnTo>
                  <a:pt x="924101" y="258369"/>
                </a:lnTo>
                <a:lnTo>
                  <a:pt x="967712" y="258369"/>
                </a:lnTo>
                <a:lnTo>
                  <a:pt x="860883" y="141828"/>
                </a:lnTo>
                <a:close/>
              </a:path>
              <a:path w="2780665" h="260985">
                <a:moveTo>
                  <a:pt x="966613" y="2931"/>
                </a:moveTo>
                <a:lnTo>
                  <a:pt x="924468" y="2931"/>
                </a:lnTo>
                <a:lnTo>
                  <a:pt x="818921" y="121305"/>
                </a:lnTo>
                <a:lnTo>
                  <a:pt x="859433" y="121305"/>
                </a:lnTo>
                <a:lnTo>
                  <a:pt x="966613" y="2931"/>
                </a:lnTo>
                <a:close/>
              </a:path>
              <a:path w="2780665" h="260985">
                <a:moveTo>
                  <a:pt x="1142394" y="2565"/>
                </a:moveTo>
                <a:lnTo>
                  <a:pt x="1004959" y="2565"/>
                </a:lnTo>
                <a:lnTo>
                  <a:pt x="1004959" y="258369"/>
                </a:lnTo>
                <a:lnTo>
                  <a:pt x="1142394" y="258369"/>
                </a:lnTo>
                <a:lnTo>
                  <a:pt x="1142394" y="230883"/>
                </a:lnTo>
                <a:lnTo>
                  <a:pt x="1038313" y="230883"/>
                </a:lnTo>
                <a:lnTo>
                  <a:pt x="1038313" y="142927"/>
                </a:lnTo>
                <a:lnTo>
                  <a:pt x="1131400" y="142927"/>
                </a:lnTo>
                <a:lnTo>
                  <a:pt x="1131400" y="115441"/>
                </a:lnTo>
                <a:lnTo>
                  <a:pt x="1038313" y="115441"/>
                </a:lnTo>
                <a:lnTo>
                  <a:pt x="1038313" y="30051"/>
                </a:lnTo>
                <a:lnTo>
                  <a:pt x="1142394" y="30051"/>
                </a:lnTo>
                <a:lnTo>
                  <a:pt x="1142394" y="2565"/>
                </a:lnTo>
                <a:close/>
              </a:path>
              <a:path w="2780665" h="260985">
                <a:moveTo>
                  <a:pt x="1280442" y="30051"/>
                </a:moveTo>
                <a:lnTo>
                  <a:pt x="1247092" y="30051"/>
                </a:lnTo>
                <a:lnTo>
                  <a:pt x="1247092" y="258369"/>
                </a:lnTo>
                <a:lnTo>
                  <a:pt x="1280442" y="258369"/>
                </a:lnTo>
                <a:lnTo>
                  <a:pt x="1280442" y="30051"/>
                </a:lnTo>
                <a:close/>
              </a:path>
              <a:path w="2780665" h="260985">
                <a:moveTo>
                  <a:pt x="1350074" y="2931"/>
                </a:moveTo>
                <a:lnTo>
                  <a:pt x="1177095" y="2931"/>
                </a:lnTo>
                <a:lnTo>
                  <a:pt x="1177095" y="30051"/>
                </a:lnTo>
                <a:lnTo>
                  <a:pt x="1350074" y="30051"/>
                </a:lnTo>
                <a:lnTo>
                  <a:pt x="1350074" y="2931"/>
                </a:lnTo>
                <a:close/>
              </a:path>
              <a:path w="2780665" h="260985">
                <a:moveTo>
                  <a:pt x="1571292" y="2931"/>
                </a:moveTo>
                <a:lnTo>
                  <a:pt x="1488834" y="2931"/>
                </a:lnTo>
                <a:lnTo>
                  <a:pt x="1488834" y="258369"/>
                </a:lnTo>
                <a:lnTo>
                  <a:pt x="1522184" y="258369"/>
                </a:lnTo>
                <a:lnTo>
                  <a:pt x="1522184" y="153922"/>
                </a:lnTo>
                <a:lnTo>
                  <a:pt x="1600672" y="153922"/>
                </a:lnTo>
                <a:lnTo>
                  <a:pt x="1599134" y="151356"/>
                </a:lnTo>
                <a:lnTo>
                  <a:pt x="1613384" y="147211"/>
                </a:lnTo>
                <a:lnTo>
                  <a:pt x="1625709" y="141370"/>
                </a:lnTo>
                <a:lnTo>
                  <a:pt x="1636111" y="133834"/>
                </a:lnTo>
                <a:lnTo>
                  <a:pt x="1642232" y="127169"/>
                </a:lnTo>
                <a:lnTo>
                  <a:pt x="1522184" y="127169"/>
                </a:lnTo>
                <a:lnTo>
                  <a:pt x="1522184" y="30418"/>
                </a:lnTo>
                <a:lnTo>
                  <a:pt x="1643365" y="30418"/>
                </a:lnTo>
                <a:lnTo>
                  <a:pt x="1637620" y="24462"/>
                </a:lnTo>
                <a:lnTo>
                  <a:pt x="1597952" y="5405"/>
                </a:lnTo>
                <a:lnTo>
                  <a:pt x="1585194" y="3550"/>
                </a:lnTo>
                <a:lnTo>
                  <a:pt x="1571292" y="2931"/>
                </a:lnTo>
                <a:close/>
              </a:path>
              <a:path w="2780665" h="260985">
                <a:moveTo>
                  <a:pt x="1600672" y="153922"/>
                </a:moveTo>
                <a:lnTo>
                  <a:pt x="1562486" y="153922"/>
                </a:lnTo>
                <a:lnTo>
                  <a:pt x="1623332" y="258369"/>
                </a:lnTo>
                <a:lnTo>
                  <a:pt x="1663268" y="258369"/>
                </a:lnTo>
                <a:lnTo>
                  <a:pt x="1600672" y="153922"/>
                </a:lnTo>
                <a:close/>
              </a:path>
              <a:path w="2780665" h="260985">
                <a:moveTo>
                  <a:pt x="1643365" y="30418"/>
                </a:moveTo>
                <a:lnTo>
                  <a:pt x="1571292" y="30418"/>
                </a:lnTo>
                <a:lnTo>
                  <a:pt x="1584142" y="31196"/>
                </a:lnTo>
                <a:lnTo>
                  <a:pt x="1595205" y="33533"/>
                </a:lnTo>
                <a:lnTo>
                  <a:pt x="1624683" y="67341"/>
                </a:lnTo>
                <a:lnTo>
                  <a:pt x="1625531" y="78060"/>
                </a:lnTo>
                <a:lnTo>
                  <a:pt x="1624683" y="88688"/>
                </a:lnTo>
                <a:lnTo>
                  <a:pt x="1595016" y="123870"/>
                </a:lnTo>
                <a:lnTo>
                  <a:pt x="1571292" y="127169"/>
                </a:lnTo>
                <a:lnTo>
                  <a:pt x="1642232" y="127169"/>
                </a:lnTo>
                <a:lnTo>
                  <a:pt x="1659018" y="90864"/>
                </a:lnTo>
                <a:lnTo>
                  <a:pt x="1659980" y="78060"/>
                </a:lnTo>
                <a:lnTo>
                  <a:pt x="1659362" y="67547"/>
                </a:lnTo>
                <a:lnTo>
                  <a:pt x="1657507" y="57629"/>
                </a:lnTo>
                <a:lnTo>
                  <a:pt x="1654414" y="48307"/>
                </a:lnTo>
                <a:lnTo>
                  <a:pt x="1650085" y="39580"/>
                </a:lnTo>
                <a:lnTo>
                  <a:pt x="1644492" y="31586"/>
                </a:lnTo>
                <a:lnTo>
                  <a:pt x="1643365" y="30418"/>
                </a:lnTo>
                <a:close/>
              </a:path>
              <a:path w="2780665" h="260985">
                <a:moveTo>
                  <a:pt x="1849221" y="2565"/>
                </a:moveTo>
                <a:lnTo>
                  <a:pt x="1711790" y="2565"/>
                </a:lnTo>
                <a:lnTo>
                  <a:pt x="1711790" y="258369"/>
                </a:lnTo>
                <a:lnTo>
                  <a:pt x="1849221" y="258369"/>
                </a:lnTo>
                <a:lnTo>
                  <a:pt x="1849221" y="230883"/>
                </a:lnTo>
                <a:lnTo>
                  <a:pt x="1745140" y="230883"/>
                </a:lnTo>
                <a:lnTo>
                  <a:pt x="1745140" y="142927"/>
                </a:lnTo>
                <a:lnTo>
                  <a:pt x="1838226" y="142927"/>
                </a:lnTo>
                <a:lnTo>
                  <a:pt x="1838226" y="115441"/>
                </a:lnTo>
                <a:lnTo>
                  <a:pt x="1745140" y="115441"/>
                </a:lnTo>
                <a:lnTo>
                  <a:pt x="1745140" y="30051"/>
                </a:lnTo>
                <a:lnTo>
                  <a:pt x="1849221" y="30051"/>
                </a:lnTo>
                <a:lnTo>
                  <a:pt x="1849221" y="2565"/>
                </a:lnTo>
                <a:close/>
              </a:path>
              <a:path w="2780665" h="260985">
                <a:moveTo>
                  <a:pt x="1982149" y="2931"/>
                </a:moveTo>
                <a:lnTo>
                  <a:pt x="1899690" y="2931"/>
                </a:lnTo>
                <a:lnTo>
                  <a:pt x="1899690" y="258369"/>
                </a:lnTo>
                <a:lnTo>
                  <a:pt x="1933040" y="258369"/>
                </a:lnTo>
                <a:lnTo>
                  <a:pt x="1933040" y="151723"/>
                </a:lnTo>
                <a:lnTo>
                  <a:pt x="1982149" y="151723"/>
                </a:lnTo>
                <a:lnTo>
                  <a:pt x="2021083" y="146501"/>
                </a:lnTo>
                <a:lnTo>
                  <a:pt x="2054102" y="124237"/>
                </a:lnTo>
                <a:lnTo>
                  <a:pt x="1933040" y="124237"/>
                </a:lnTo>
                <a:lnTo>
                  <a:pt x="1933040" y="30418"/>
                </a:lnTo>
                <a:lnTo>
                  <a:pt x="2053602" y="30418"/>
                </a:lnTo>
                <a:lnTo>
                  <a:pt x="2047749" y="23821"/>
                </a:lnTo>
                <a:lnTo>
                  <a:pt x="2035262" y="14682"/>
                </a:lnTo>
                <a:lnTo>
                  <a:pt x="2020167" y="8154"/>
                </a:lnTo>
                <a:lnTo>
                  <a:pt x="2002463" y="4237"/>
                </a:lnTo>
                <a:lnTo>
                  <a:pt x="1982149" y="2931"/>
                </a:lnTo>
                <a:close/>
              </a:path>
              <a:path w="2780665" h="260985">
                <a:moveTo>
                  <a:pt x="2053602" y="30418"/>
                </a:moveTo>
                <a:lnTo>
                  <a:pt x="1982149" y="30418"/>
                </a:lnTo>
                <a:lnTo>
                  <a:pt x="2005877" y="33372"/>
                </a:lnTo>
                <a:lnTo>
                  <a:pt x="2022827" y="42237"/>
                </a:lnTo>
                <a:lnTo>
                  <a:pt x="2032997" y="57010"/>
                </a:lnTo>
                <a:lnTo>
                  <a:pt x="2036388" y="77694"/>
                </a:lnTo>
                <a:lnTo>
                  <a:pt x="2035563" y="88230"/>
                </a:lnTo>
                <a:lnTo>
                  <a:pt x="2006335" y="121213"/>
                </a:lnTo>
                <a:lnTo>
                  <a:pt x="1982149" y="124237"/>
                </a:lnTo>
                <a:lnTo>
                  <a:pt x="2054102" y="124237"/>
                </a:lnTo>
                <a:lnTo>
                  <a:pt x="2058102" y="119541"/>
                </a:lnTo>
                <a:lnTo>
                  <a:pt x="2064973" y="106921"/>
                </a:lnTo>
                <a:lnTo>
                  <a:pt x="2069096" y="92971"/>
                </a:lnTo>
                <a:lnTo>
                  <a:pt x="2070470" y="77694"/>
                </a:lnTo>
                <a:lnTo>
                  <a:pt x="2069049" y="61958"/>
                </a:lnTo>
                <a:lnTo>
                  <a:pt x="2064787" y="47734"/>
                </a:lnTo>
                <a:lnTo>
                  <a:pt x="2057687" y="35022"/>
                </a:lnTo>
                <a:lnTo>
                  <a:pt x="2053602" y="30418"/>
                </a:lnTo>
                <a:close/>
              </a:path>
              <a:path w="2780665" h="260985">
                <a:moveTo>
                  <a:pt x="2227722" y="0"/>
                </a:moveTo>
                <a:lnTo>
                  <a:pt x="2177906" y="9482"/>
                </a:lnTo>
                <a:lnTo>
                  <a:pt x="2136564" y="36739"/>
                </a:lnTo>
                <a:lnTo>
                  <a:pt x="2108938" y="78724"/>
                </a:lnTo>
                <a:lnTo>
                  <a:pt x="2099454" y="130467"/>
                </a:lnTo>
                <a:lnTo>
                  <a:pt x="2100508" y="148699"/>
                </a:lnTo>
                <a:lnTo>
                  <a:pt x="2116312" y="197899"/>
                </a:lnTo>
                <a:lnTo>
                  <a:pt x="2148955" y="235212"/>
                </a:lnTo>
                <a:lnTo>
                  <a:pt x="2193734" y="256811"/>
                </a:lnTo>
                <a:lnTo>
                  <a:pt x="2227722" y="260934"/>
                </a:lnTo>
                <a:lnTo>
                  <a:pt x="2245270" y="259903"/>
                </a:lnTo>
                <a:lnTo>
                  <a:pt x="2292956" y="244442"/>
                </a:lnTo>
                <a:lnTo>
                  <a:pt x="2310512" y="231982"/>
                </a:lnTo>
                <a:lnTo>
                  <a:pt x="2227722" y="231982"/>
                </a:lnTo>
                <a:lnTo>
                  <a:pt x="2214668" y="231203"/>
                </a:lnTo>
                <a:lnTo>
                  <a:pt x="2169271" y="212627"/>
                </a:lnTo>
                <a:lnTo>
                  <a:pt x="2140339" y="171971"/>
                </a:lnTo>
                <a:lnTo>
                  <a:pt x="2133537" y="130467"/>
                </a:lnTo>
                <a:lnTo>
                  <a:pt x="2134292" y="115579"/>
                </a:lnTo>
                <a:lnTo>
                  <a:pt x="2145631" y="76961"/>
                </a:lnTo>
                <a:lnTo>
                  <a:pt x="2179347" y="41412"/>
                </a:lnTo>
                <a:lnTo>
                  <a:pt x="2227722" y="28952"/>
                </a:lnTo>
                <a:lnTo>
                  <a:pt x="2310314" y="28952"/>
                </a:lnTo>
                <a:lnTo>
                  <a:pt x="2306838" y="25928"/>
                </a:lnTo>
                <a:lnTo>
                  <a:pt x="2292956" y="16858"/>
                </a:lnTo>
                <a:lnTo>
                  <a:pt x="2277888" y="9482"/>
                </a:lnTo>
                <a:lnTo>
                  <a:pt x="2261992" y="4214"/>
                </a:lnTo>
                <a:lnTo>
                  <a:pt x="2245270" y="1053"/>
                </a:lnTo>
                <a:lnTo>
                  <a:pt x="2227722" y="0"/>
                </a:lnTo>
                <a:close/>
              </a:path>
              <a:path w="2780665" h="260985">
                <a:moveTo>
                  <a:pt x="2310314" y="28952"/>
                </a:moveTo>
                <a:lnTo>
                  <a:pt x="2227722" y="28952"/>
                </a:lnTo>
                <a:lnTo>
                  <a:pt x="2240918" y="29730"/>
                </a:lnTo>
                <a:lnTo>
                  <a:pt x="2253379" y="32067"/>
                </a:lnTo>
                <a:lnTo>
                  <a:pt x="2295066" y="56529"/>
                </a:lnTo>
                <a:lnTo>
                  <a:pt x="2318795" y="101698"/>
                </a:lnTo>
                <a:lnTo>
                  <a:pt x="2321908" y="130467"/>
                </a:lnTo>
                <a:lnTo>
                  <a:pt x="2321130" y="145218"/>
                </a:lnTo>
                <a:lnTo>
                  <a:pt x="2309448" y="183973"/>
                </a:lnTo>
                <a:lnTo>
                  <a:pt x="2275731" y="219522"/>
                </a:lnTo>
                <a:lnTo>
                  <a:pt x="2227722" y="231982"/>
                </a:lnTo>
                <a:lnTo>
                  <a:pt x="2310512" y="231982"/>
                </a:lnTo>
                <a:lnTo>
                  <a:pt x="2339132" y="197899"/>
                </a:lnTo>
                <a:lnTo>
                  <a:pt x="2354938" y="148837"/>
                </a:lnTo>
                <a:lnTo>
                  <a:pt x="2355991" y="130467"/>
                </a:lnTo>
                <a:lnTo>
                  <a:pt x="2354938" y="112097"/>
                </a:lnTo>
                <a:lnTo>
                  <a:pt x="2339132" y="63034"/>
                </a:lnTo>
                <a:lnTo>
                  <a:pt x="2319162" y="36648"/>
                </a:lnTo>
                <a:lnTo>
                  <a:pt x="2310314" y="28952"/>
                </a:lnTo>
                <a:close/>
              </a:path>
              <a:path w="2780665" h="260985">
                <a:moveTo>
                  <a:pt x="2482479" y="2931"/>
                </a:moveTo>
                <a:lnTo>
                  <a:pt x="2400021" y="2931"/>
                </a:lnTo>
                <a:lnTo>
                  <a:pt x="2400021" y="258369"/>
                </a:lnTo>
                <a:lnTo>
                  <a:pt x="2433370" y="258369"/>
                </a:lnTo>
                <a:lnTo>
                  <a:pt x="2433370" y="153922"/>
                </a:lnTo>
                <a:lnTo>
                  <a:pt x="2511869" y="153922"/>
                </a:lnTo>
                <a:lnTo>
                  <a:pt x="2510331" y="151356"/>
                </a:lnTo>
                <a:lnTo>
                  <a:pt x="2524579" y="147211"/>
                </a:lnTo>
                <a:lnTo>
                  <a:pt x="2536901" y="141370"/>
                </a:lnTo>
                <a:lnTo>
                  <a:pt x="2547299" y="133834"/>
                </a:lnTo>
                <a:lnTo>
                  <a:pt x="2553420" y="127169"/>
                </a:lnTo>
                <a:lnTo>
                  <a:pt x="2433370" y="127169"/>
                </a:lnTo>
                <a:lnTo>
                  <a:pt x="2433370" y="30418"/>
                </a:lnTo>
                <a:lnTo>
                  <a:pt x="2554556" y="30418"/>
                </a:lnTo>
                <a:lnTo>
                  <a:pt x="2548811" y="24462"/>
                </a:lnTo>
                <a:lnTo>
                  <a:pt x="2509139" y="5405"/>
                </a:lnTo>
                <a:lnTo>
                  <a:pt x="2496381" y="3550"/>
                </a:lnTo>
                <a:lnTo>
                  <a:pt x="2482479" y="2931"/>
                </a:lnTo>
                <a:close/>
              </a:path>
              <a:path w="2780665" h="260985">
                <a:moveTo>
                  <a:pt x="2511869" y="153922"/>
                </a:moveTo>
                <a:lnTo>
                  <a:pt x="2473683" y="153922"/>
                </a:lnTo>
                <a:lnTo>
                  <a:pt x="2534519" y="258369"/>
                </a:lnTo>
                <a:lnTo>
                  <a:pt x="2574466" y="258369"/>
                </a:lnTo>
                <a:lnTo>
                  <a:pt x="2511869" y="153922"/>
                </a:lnTo>
                <a:close/>
              </a:path>
              <a:path w="2780665" h="260985">
                <a:moveTo>
                  <a:pt x="2554556" y="30418"/>
                </a:moveTo>
                <a:lnTo>
                  <a:pt x="2482479" y="30418"/>
                </a:lnTo>
                <a:lnTo>
                  <a:pt x="2495329" y="31196"/>
                </a:lnTo>
                <a:lnTo>
                  <a:pt x="2506392" y="33533"/>
                </a:lnTo>
                <a:lnTo>
                  <a:pt x="2535870" y="67341"/>
                </a:lnTo>
                <a:lnTo>
                  <a:pt x="2536718" y="78060"/>
                </a:lnTo>
                <a:lnTo>
                  <a:pt x="2535870" y="88688"/>
                </a:lnTo>
                <a:lnTo>
                  <a:pt x="2506211" y="123870"/>
                </a:lnTo>
                <a:lnTo>
                  <a:pt x="2482479" y="127169"/>
                </a:lnTo>
                <a:lnTo>
                  <a:pt x="2553420" y="127169"/>
                </a:lnTo>
                <a:lnTo>
                  <a:pt x="2570205" y="90864"/>
                </a:lnTo>
                <a:lnTo>
                  <a:pt x="2571167" y="78060"/>
                </a:lnTo>
                <a:lnTo>
                  <a:pt x="2570549" y="67547"/>
                </a:lnTo>
                <a:lnTo>
                  <a:pt x="2568694" y="57629"/>
                </a:lnTo>
                <a:lnTo>
                  <a:pt x="2565601" y="48307"/>
                </a:lnTo>
                <a:lnTo>
                  <a:pt x="2561272" y="39580"/>
                </a:lnTo>
                <a:lnTo>
                  <a:pt x="2555683" y="31586"/>
                </a:lnTo>
                <a:lnTo>
                  <a:pt x="2554556" y="30418"/>
                </a:lnTo>
                <a:close/>
              </a:path>
              <a:path w="2780665" h="260985">
                <a:moveTo>
                  <a:pt x="2710577" y="30051"/>
                </a:moveTo>
                <a:lnTo>
                  <a:pt x="2677227" y="30051"/>
                </a:lnTo>
                <a:lnTo>
                  <a:pt x="2677227" y="258369"/>
                </a:lnTo>
                <a:lnTo>
                  <a:pt x="2710577" y="258369"/>
                </a:lnTo>
                <a:lnTo>
                  <a:pt x="2710577" y="30051"/>
                </a:lnTo>
                <a:close/>
              </a:path>
              <a:path w="2780665" h="260985">
                <a:moveTo>
                  <a:pt x="2780208" y="2931"/>
                </a:moveTo>
                <a:lnTo>
                  <a:pt x="2607229" y="2931"/>
                </a:lnTo>
                <a:lnTo>
                  <a:pt x="2607229" y="30051"/>
                </a:lnTo>
                <a:lnTo>
                  <a:pt x="2780208" y="30051"/>
                </a:lnTo>
                <a:lnTo>
                  <a:pt x="2780208" y="2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0838" y="3605806"/>
            <a:ext cx="7474149" cy="19466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4257" y="3553452"/>
            <a:ext cx="7210639" cy="25012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7584" y="6408181"/>
            <a:ext cx="1225093" cy="12669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7584" y="7915989"/>
            <a:ext cx="2094177" cy="151827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76333" y="6408181"/>
            <a:ext cx="1539220" cy="12669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40708" y="8093994"/>
            <a:ext cx="1361215" cy="115179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14501" y="6408181"/>
            <a:ext cx="1141326" cy="12669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4774" y="6376769"/>
            <a:ext cx="1266977" cy="132980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7584" y="9549447"/>
            <a:ext cx="3539159" cy="80625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32283" y="8041640"/>
            <a:ext cx="2157002" cy="55495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32283" y="8963077"/>
            <a:ext cx="1560161" cy="112038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45234" y="6041700"/>
            <a:ext cx="7067847" cy="4010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Ankita Sharma</cp:lastModifiedBy>
  <cp:revision>2</cp:revision>
  <dcterms:created xsi:type="dcterms:W3CDTF">2024-09-22T15:42:11Z</dcterms:created>
  <dcterms:modified xsi:type="dcterms:W3CDTF">2025-05-20T05:59:16Z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2024-09-22T00:00:00Z</vt:filetime>
  </property>
  <property fmtid="{D5CDD505-2E9C-101B-9397-08002B2CF9AE}" pid="3" name="Producer">
    <vt:lpwstr>3-Heights(TM) PDF Security Shell 4.8.25.2 (http://www.pdf-tools.com)</vt:lpwstr>
  </property>
</Properties>
</file>